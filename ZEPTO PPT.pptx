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4"/>
    <p:sldMasterId id="2147483862" r:id="rId5"/>
  </p:sldMasterIdLst>
  <p:notesMasterIdLst>
    <p:notesMasterId r:id="rId18"/>
  </p:notesMasterIdLst>
  <p:handoutMasterIdLst>
    <p:handoutMasterId r:id="rId19"/>
  </p:handoutMasterIdLst>
  <p:sldIdLst>
    <p:sldId id="442" r:id="rId6"/>
    <p:sldId id="443" r:id="rId7"/>
    <p:sldId id="448" r:id="rId8"/>
    <p:sldId id="447" r:id="rId9"/>
    <p:sldId id="449" r:id="rId10"/>
    <p:sldId id="450" r:id="rId11"/>
    <p:sldId id="451" r:id="rId12"/>
    <p:sldId id="452" r:id="rId13"/>
    <p:sldId id="456" r:id="rId14"/>
    <p:sldId id="455" r:id="rId15"/>
    <p:sldId id="459" r:id="rId16"/>
    <p:sldId id="46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B1EF"/>
    <a:srgbClr val="5DACFC"/>
    <a:srgbClr val="09090C"/>
    <a:srgbClr val="FFFFFF"/>
    <a:srgbClr val="000000"/>
    <a:srgbClr val="9B8C69"/>
    <a:srgbClr val="79958B"/>
    <a:srgbClr val="476262"/>
    <a:srgbClr val="272D2B"/>
    <a:srgbClr val="647E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DCED71-3C83-4D8B-8DC6-1F515CDC90A5}" v="21" dt="2026-03-08T19:01:51.5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8" autoAdjust="0"/>
    <p:restoredTop sz="93774" autoAdjust="0"/>
  </p:normalViewPr>
  <p:slideViewPr>
    <p:cSldViewPr snapToGrid="0">
      <p:cViewPr varScale="1">
        <p:scale>
          <a:sx n="53" d="100"/>
          <a:sy n="53" d="100"/>
        </p:scale>
        <p:origin x="1344" y="276"/>
      </p:cViewPr>
      <p:guideLst>
        <p:guide orient="horz" pos="2160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-901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etha p" userId="528fb522325d19a3" providerId="LiveId" clId="{8C150BB2-9218-488B-B012-E3F261622E26}"/>
    <pc:docChg chg="undo custSel addSld delSld modSld">
      <pc:chgData name="Geetha p" userId="528fb522325d19a3" providerId="LiveId" clId="{8C150BB2-9218-488B-B012-E3F261622E26}" dt="2026-03-08T19:05:28.119" v="231" actId="207"/>
      <pc:docMkLst>
        <pc:docMk/>
      </pc:docMkLst>
      <pc:sldChg chg="addSp modSp new del mod">
        <pc:chgData name="Geetha p" userId="528fb522325d19a3" providerId="LiveId" clId="{8C150BB2-9218-488B-B012-E3F261622E26}" dt="2026-03-08T18:00:12.306" v="107" actId="47"/>
        <pc:sldMkLst>
          <pc:docMk/>
          <pc:sldMk cId="1883016359" sldId="457"/>
        </pc:sldMkLst>
        <pc:graphicFrameChg chg="add mod modGraphic">
          <ac:chgData name="Geetha p" userId="528fb522325d19a3" providerId="LiveId" clId="{8C150BB2-9218-488B-B012-E3F261622E26}" dt="2026-03-08T17:36:35.696" v="9" actId="14100"/>
          <ac:graphicFrameMkLst>
            <pc:docMk/>
            <pc:sldMk cId="1883016359" sldId="457"/>
            <ac:graphicFrameMk id="5" creationId="{28FFC9CD-48AE-0E42-9A53-4E2BAB555809}"/>
          </ac:graphicFrameMkLst>
        </pc:graphicFrameChg>
      </pc:sldChg>
      <pc:sldChg chg="addSp modSp new del mod">
        <pc:chgData name="Geetha p" userId="528fb522325d19a3" providerId="LiveId" clId="{8C150BB2-9218-488B-B012-E3F261622E26}" dt="2026-03-08T18:00:16.382" v="108" actId="47"/>
        <pc:sldMkLst>
          <pc:docMk/>
          <pc:sldMk cId="1887469097" sldId="458"/>
        </pc:sldMkLst>
        <pc:graphicFrameChg chg="add mod modGraphic">
          <ac:chgData name="Geetha p" userId="528fb522325d19a3" providerId="LiveId" clId="{8C150BB2-9218-488B-B012-E3F261622E26}" dt="2026-03-08T17:38:41.876" v="14" actId="6549"/>
          <ac:graphicFrameMkLst>
            <pc:docMk/>
            <pc:sldMk cId="1887469097" sldId="458"/>
            <ac:graphicFrameMk id="5" creationId="{45C7F460-AE69-093A-4FCC-78DA83F86B3D}"/>
          </ac:graphicFrameMkLst>
        </pc:graphicFrameChg>
      </pc:sldChg>
      <pc:sldChg chg="addSp modSp new mod">
        <pc:chgData name="Geetha p" userId="528fb522325d19a3" providerId="LiveId" clId="{8C150BB2-9218-488B-B012-E3F261622E26}" dt="2026-03-08T17:54:13.689" v="106" actId="207"/>
        <pc:sldMkLst>
          <pc:docMk/>
          <pc:sldMk cId="2566459966" sldId="459"/>
        </pc:sldMkLst>
        <pc:graphicFrameChg chg="add mod modGraphic">
          <ac:chgData name="Geetha p" userId="528fb522325d19a3" providerId="LiveId" clId="{8C150BB2-9218-488B-B012-E3F261622E26}" dt="2026-03-08T17:54:13.689" v="106" actId="207"/>
          <ac:graphicFrameMkLst>
            <pc:docMk/>
            <pc:sldMk cId="2566459966" sldId="459"/>
            <ac:graphicFrameMk id="5" creationId="{D84AC748-93B6-D6DF-14F4-586279C24D49}"/>
          </ac:graphicFrameMkLst>
        </pc:graphicFrameChg>
      </pc:sldChg>
      <pc:sldChg chg="addSp delSp modSp new del mod setBg chgLayout">
        <pc:chgData name="Geetha p" userId="528fb522325d19a3" providerId="LiveId" clId="{8C150BB2-9218-488B-B012-E3F261622E26}" dt="2026-03-08T19:03:27.834" v="223" actId="47"/>
        <pc:sldMkLst>
          <pc:docMk/>
          <pc:sldMk cId="1013149234" sldId="460"/>
        </pc:sldMkLst>
        <pc:spChg chg="mod ord">
          <ac:chgData name="Geetha p" userId="528fb522325d19a3" providerId="LiveId" clId="{8C150BB2-9218-488B-B012-E3F261622E26}" dt="2026-03-08T19:01:15.111" v="212" actId="6264"/>
          <ac:spMkLst>
            <pc:docMk/>
            <pc:sldMk cId="1013149234" sldId="460"/>
            <ac:spMk id="2" creationId="{26A9AFC0-3227-8E4F-1EC6-F36EA575016D}"/>
          </ac:spMkLst>
        </pc:spChg>
        <pc:spChg chg="mod ord">
          <ac:chgData name="Geetha p" userId="528fb522325d19a3" providerId="LiveId" clId="{8C150BB2-9218-488B-B012-E3F261622E26}" dt="2026-03-08T19:01:15.111" v="212" actId="6264"/>
          <ac:spMkLst>
            <pc:docMk/>
            <pc:sldMk cId="1013149234" sldId="460"/>
            <ac:spMk id="3" creationId="{F1C3899E-0E0E-135F-241F-3219282A1051}"/>
          </ac:spMkLst>
        </pc:spChg>
        <pc:spChg chg="mod ord">
          <ac:chgData name="Geetha p" userId="528fb522325d19a3" providerId="LiveId" clId="{8C150BB2-9218-488B-B012-E3F261622E26}" dt="2026-03-08T19:01:15.111" v="212" actId="6264"/>
          <ac:spMkLst>
            <pc:docMk/>
            <pc:sldMk cId="1013149234" sldId="460"/>
            <ac:spMk id="4" creationId="{AD810B73-8FE0-7908-BCCD-E00B619F2882}"/>
          </ac:spMkLst>
        </pc:spChg>
        <pc:spChg chg="add del mod">
          <ac:chgData name="Geetha p" userId="528fb522325d19a3" providerId="LiveId" clId="{8C150BB2-9218-488B-B012-E3F261622E26}" dt="2026-03-08T19:01:15.111" v="212" actId="6264"/>
          <ac:spMkLst>
            <pc:docMk/>
            <pc:sldMk cId="1013149234" sldId="460"/>
            <ac:spMk id="9" creationId="{A6955FA9-E299-2100-070D-1D03338B8E75}"/>
          </ac:spMkLst>
        </pc:spChg>
        <pc:spChg chg="add del mod">
          <ac:chgData name="Geetha p" userId="528fb522325d19a3" providerId="LiveId" clId="{8C150BB2-9218-488B-B012-E3F261622E26}" dt="2026-03-08T19:01:15.111" v="212" actId="6264"/>
          <ac:spMkLst>
            <pc:docMk/>
            <pc:sldMk cId="1013149234" sldId="460"/>
            <ac:spMk id="10" creationId="{732DC9F0-CBC9-06DC-6E73-BDFF9433B47B}"/>
          </ac:spMkLst>
        </pc:spChg>
        <pc:spChg chg="add del mod">
          <ac:chgData name="Geetha p" userId="528fb522325d19a3" providerId="LiveId" clId="{8C150BB2-9218-488B-B012-E3F261622E26}" dt="2026-03-08T19:01:15.111" v="212" actId="6264"/>
          <ac:spMkLst>
            <pc:docMk/>
            <pc:sldMk cId="1013149234" sldId="460"/>
            <ac:spMk id="11" creationId="{EDADEAB3-F34C-0603-6084-2D89949E5BDF}"/>
          </ac:spMkLst>
        </pc:spChg>
        <pc:graphicFrameChg chg="add mod modGraphic">
          <ac:chgData name="Geetha p" userId="528fb522325d19a3" providerId="LiveId" clId="{8C150BB2-9218-488B-B012-E3F261622E26}" dt="2026-03-08T19:00:47.550" v="210" actId="1076"/>
          <ac:graphicFrameMkLst>
            <pc:docMk/>
            <pc:sldMk cId="1013149234" sldId="460"/>
            <ac:graphicFrameMk id="5" creationId="{7E808C94-54C9-E43C-4513-7742D9AB9EC4}"/>
          </ac:graphicFrameMkLst>
        </pc:graphicFrameChg>
        <pc:graphicFrameChg chg="add mod modGraphic">
          <ac:chgData name="Geetha p" userId="528fb522325d19a3" providerId="LiveId" clId="{8C150BB2-9218-488B-B012-E3F261622E26}" dt="2026-03-08T19:00:32.258" v="209" actId="14100"/>
          <ac:graphicFrameMkLst>
            <pc:docMk/>
            <pc:sldMk cId="1013149234" sldId="460"/>
            <ac:graphicFrameMk id="6" creationId="{716CE5EA-8D27-AF44-9893-36E94B1F389A}"/>
          </ac:graphicFrameMkLst>
        </pc:graphicFrameChg>
        <pc:graphicFrameChg chg="add mod">
          <ac:chgData name="Geetha p" userId="528fb522325d19a3" providerId="LiveId" clId="{8C150BB2-9218-488B-B012-E3F261622E26}" dt="2026-03-08T18:58:07.262" v="189"/>
          <ac:graphicFrameMkLst>
            <pc:docMk/>
            <pc:sldMk cId="1013149234" sldId="460"/>
            <ac:graphicFrameMk id="7" creationId="{570CC4EF-21A2-63C0-1857-6DDD30DE3539}"/>
          </ac:graphicFrameMkLst>
        </pc:graphicFrameChg>
        <pc:graphicFrameChg chg="add mod modGraphic">
          <ac:chgData name="Geetha p" userId="528fb522325d19a3" providerId="LiveId" clId="{8C150BB2-9218-488B-B012-E3F261622E26}" dt="2026-03-08T18:58:06.400" v="188"/>
          <ac:graphicFrameMkLst>
            <pc:docMk/>
            <pc:sldMk cId="1013149234" sldId="460"/>
            <ac:graphicFrameMk id="8" creationId="{C6A288C3-1180-BB63-D81C-77F08AEFFA71}"/>
          </ac:graphicFrameMkLst>
        </pc:graphicFrameChg>
      </pc:sldChg>
      <pc:sldChg chg="addSp modSp new mod">
        <pc:chgData name="Geetha p" userId="528fb522325d19a3" providerId="LiveId" clId="{8C150BB2-9218-488B-B012-E3F261622E26}" dt="2026-03-08T19:05:28.119" v="231" actId="207"/>
        <pc:sldMkLst>
          <pc:docMk/>
          <pc:sldMk cId="1042133159" sldId="461"/>
        </pc:sldMkLst>
        <pc:graphicFrameChg chg="add mod modGraphic">
          <ac:chgData name="Geetha p" userId="528fb522325d19a3" providerId="LiveId" clId="{8C150BB2-9218-488B-B012-E3F261622E26}" dt="2026-03-08T19:05:28.119" v="231" actId="207"/>
          <ac:graphicFrameMkLst>
            <pc:docMk/>
            <pc:sldMk cId="1042133159" sldId="461"/>
            <ac:graphicFrameMk id="5" creationId="{9BF04A8E-8939-76A7-E40D-8EB416B479AE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20BD3CE-1565-4F17-BC5C-76BFD136B578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F73C76E-BC77-4A0B-A1DF-2221C1D97110}">
      <dgm:prSet/>
      <dgm:spPr/>
      <dgm:t>
        <a:bodyPr/>
        <a:lstStyle/>
        <a:p>
          <a:pPr algn="ctr"/>
          <a:r>
            <a:rPr lang="en-US" b="1" dirty="0">
              <a:solidFill>
                <a:schemeClr val="tx1"/>
              </a:solidFill>
            </a:rPr>
            <a:t>⚡ Speed  🏬Warehouse 📱Technology</a:t>
          </a:r>
          <a:r>
            <a:rPr lang="en-IN" b="1" dirty="0">
              <a:solidFill>
                <a:schemeClr val="tx1"/>
              </a:solidFill>
            </a:rPr>
            <a:t> </a:t>
          </a:r>
        </a:p>
      </dgm:t>
    </dgm:pt>
    <dgm:pt modelId="{D411D864-1B68-4D80-AF37-48886ECB9525}" type="parTrans" cxnId="{D1624A63-BF8D-4A0D-9ED1-3BF775A47B0A}">
      <dgm:prSet/>
      <dgm:spPr/>
      <dgm:t>
        <a:bodyPr/>
        <a:lstStyle/>
        <a:p>
          <a:pPr algn="ctr"/>
          <a:endParaRPr lang="en-IN"/>
        </a:p>
      </dgm:t>
    </dgm:pt>
    <dgm:pt modelId="{6493BA2A-95A7-4946-97EF-7266341AD9C3}" type="sibTrans" cxnId="{D1624A63-BF8D-4A0D-9ED1-3BF775A47B0A}">
      <dgm:prSet custT="1"/>
      <dgm:spPr/>
      <dgm:t>
        <a:bodyPr/>
        <a:lstStyle/>
        <a:p>
          <a:pPr algn="ctr"/>
          <a:r>
            <a:rPr lang="en-IN" sz="4000" b="0" dirty="0">
              <a:solidFill>
                <a:schemeClr val="tx1"/>
              </a:solidFill>
            </a:rPr>
            <a:t>Dark Stores</a:t>
          </a:r>
        </a:p>
      </dgm:t>
    </dgm:pt>
    <dgm:pt modelId="{E029CAE6-0953-474A-B14C-7284303B0C9B}">
      <dgm:prSet/>
      <dgm:spPr/>
      <dgm:t>
        <a:bodyPr/>
        <a:lstStyle/>
        <a:p>
          <a:pPr algn="ctr"/>
          <a:r>
            <a:rPr lang="en-IN" b="1" dirty="0">
              <a:solidFill>
                <a:schemeClr val="tx1"/>
              </a:solidFill>
            </a:rPr>
            <a:t>Zepto’s</a:t>
          </a:r>
        </a:p>
        <a:p>
          <a:pPr algn="ctr"/>
          <a:r>
            <a:rPr lang="en-IN" b="1" dirty="0">
              <a:solidFill>
                <a:schemeClr val="tx1"/>
              </a:solidFill>
            </a:rPr>
            <a:t>Innovations</a:t>
          </a:r>
        </a:p>
      </dgm:t>
    </dgm:pt>
    <dgm:pt modelId="{FE7D2ED0-A2A5-4A35-B018-2C39E34B622D}" type="sibTrans" cxnId="{06F8FC91-9760-4AC9-BD9A-64C65BBF36DF}">
      <dgm:prSet/>
      <dgm:spPr/>
      <dgm:t>
        <a:bodyPr/>
        <a:lstStyle/>
        <a:p>
          <a:pPr algn="ctr"/>
          <a:r>
            <a:rPr lang="en-IN" b="1" dirty="0">
              <a:solidFill>
                <a:schemeClr val="tx1"/>
              </a:solidFill>
            </a:rPr>
            <a:t>Quick Delivery</a:t>
          </a:r>
        </a:p>
      </dgm:t>
    </dgm:pt>
    <dgm:pt modelId="{342EA387-10C4-443A-9B78-9B99F2BCE4FE}" type="parTrans" cxnId="{06F8FC91-9760-4AC9-BD9A-64C65BBF36DF}">
      <dgm:prSet/>
      <dgm:spPr/>
      <dgm:t>
        <a:bodyPr/>
        <a:lstStyle/>
        <a:p>
          <a:pPr algn="ctr"/>
          <a:endParaRPr lang="en-IN"/>
        </a:p>
      </dgm:t>
    </dgm:pt>
    <dgm:pt modelId="{7307A0AE-5393-46D0-8A19-DF25950741CD}" type="pres">
      <dgm:prSet presAssocID="{F20BD3CE-1565-4F17-BC5C-76BFD136B578}" presName="cycle" presStyleCnt="0">
        <dgm:presLayoutVars>
          <dgm:dir/>
          <dgm:resizeHandles val="exact"/>
        </dgm:presLayoutVars>
      </dgm:prSet>
      <dgm:spPr/>
    </dgm:pt>
    <dgm:pt modelId="{3111FF3D-EB60-401D-AD0F-32A803A8666C}" type="pres">
      <dgm:prSet presAssocID="{E029CAE6-0953-474A-B14C-7284303B0C9B}" presName="node" presStyleLbl="node1" presStyleIdx="0" presStyleCnt="2">
        <dgm:presLayoutVars>
          <dgm:bulletEnabled val="1"/>
        </dgm:presLayoutVars>
      </dgm:prSet>
      <dgm:spPr/>
    </dgm:pt>
    <dgm:pt modelId="{10BF8AAD-8F9A-4B16-8933-6CDE197F9A23}" type="pres">
      <dgm:prSet presAssocID="{FE7D2ED0-A2A5-4A35-B018-2C39E34B622D}" presName="sibTrans" presStyleLbl="sibTrans2D1" presStyleIdx="0" presStyleCnt="2" custScaleY="111674"/>
      <dgm:spPr/>
    </dgm:pt>
    <dgm:pt modelId="{A4EE1B4A-5B80-4637-9464-60E37520C735}" type="pres">
      <dgm:prSet presAssocID="{FE7D2ED0-A2A5-4A35-B018-2C39E34B622D}" presName="connectorText" presStyleLbl="sibTrans2D1" presStyleIdx="0" presStyleCnt="2"/>
      <dgm:spPr/>
    </dgm:pt>
    <dgm:pt modelId="{D75EF789-3091-4B08-ABBF-1935203C94FA}" type="pres">
      <dgm:prSet presAssocID="{4F73C76E-BC77-4A0B-A1DF-2221C1D97110}" presName="node" presStyleLbl="node1" presStyleIdx="1" presStyleCnt="2" custRadScaleRad="108267" custRadScaleInc="4978">
        <dgm:presLayoutVars>
          <dgm:bulletEnabled val="1"/>
        </dgm:presLayoutVars>
      </dgm:prSet>
      <dgm:spPr/>
    </dgm:pt>
    <dgm:pt modelId="{59F9D9FB-B2D0-4263-8B78-37303C46C020}" type="pres">
      <dgm:prSet presAssocID="{6493BA2A-95A7-4946-97EF-7266341AD9C3}" presName="sibTrans" presStyleLbl="sibTrans2D1" presStyleIdx="1" presStyleCnt="2" custAng="21453955" custScaleX="99336"/>
      <dgm:spPr/>
    </dgm:pt>
    <dgm:pt modelId="{DAF230AF-91B4-409C-A6BD-4DFB4B0B9D40}" type="pres">
      <dgm:prSet presAssocID="{6493BA2A-95A7-4946-97EF-7266341AD9C3}" presName="connectorText" presStyleLbl="sibTrans2D1" presStyleIdx="1" presStyleCnt="2"/>
      <dgm:spPr/>
    </dgm:pt>
  </dgm:ptLst>
  <dgm:cxnLst>
    <dgm:cxn modelId="{F3F75821-834D-4BA9-9EED-2332294D8608}" type="presOf" srcId="{E029CAE6-0953-474A-B14C-7284303B0C9B}" destId="{3111FF3D-EB60-401D-AD0F-32A803A8666C}" srcOrd="0" destOrd="0" presId="urn:microsoft.com/office/officeart/2005/8/layout/cycle2"/>
    <dgm:cxn modelId="{4996185F-0413-4BD7-B29E-DC94882CDBC4}" type="presOf" srcId="{FE7D2ED0-A2A5-4A35-B018-2C39E34B622D}" destId="{10BF8AAD-8F9A-4B16-8933-6CDE197F9A23}" srcOrd="0" destOrd="0" presId="urn:microsoft.com/office/officeart/2005/8/layout/cycle2"/>
    <dgm:cxn modelId="{D1624A63-BF8D-4A0D-9ED1-3BF775A47B0A}" srcId="{F20BD3CE-1565-4F17-BC5C-76BFD136B578}" destId="{4F73C76E-BC77-4A0B-A1DF-2221C1D97110}" srcOrd="1" destOrd="0" parTransId="{D411D864-1B68-4D80-AF37-48886ECB9525}" sibTransId="{6493BA2A-95A7-4946-97EF-7266341AD9C3}"/>
    <dgm:cxn modelId="{F0A7FD49-3F4E-4D9A-B0A1-8C7EF07463AC}" type="presOf" srcId="{6493BA2A-95A7-4946-97EF-7266341AD9C3}" destId="{59F9D9FB-B2D0-4263-8B78-37303C46C020}" srcOrd="0" destOrd="0" presId="urn:microsoft.com/office/officeart/2005/8/layout/cycle2"/>
    <dgm:cxn modelId="{41ED866B-5990-4E2D-89F0-93AC77EEEEB6}" type="presOf" srcId="{FE7D2ED0-A2A5-4A35-B018-2C39E34B622D}" destId="{A4EE1B4A-5B80-4637-9464-60E37520C735}" srcOrd="1" destOrd="0" presId="urn:microsoft.com/office/officeart/2005/8/layout/cycle2"/>
    <dgm:cxn modelId="{1EAA3B75-46A5-4028-B8CB-2767B56270E4}" type="presOf" srcId="{F20BD3CE-1565-4F17-BC5C-76BFD136B578}" destId="{7307A0AE-5393-46D0-8A19-DF25950741CD}" srcOrd="0" destOrd="0" presId="urn:microsoft.com/office/officeart/2005/8/layout/cycle2"/>
    <dgm:cxn modelId="{06F8FC91-9760-4AC9-BD9A-64C65BBF36DF}" srcId="{F20BD3CE-1565-4F17-BC5C-76BFD136B578}" destId="{E029CAE6-0953-474A-B14C-7284303B0C9B}" srcOrd="0" destOrd="0" parTransId="{342EA387-10C4-443A-9B78-9B99F2BCE4FE}" sibTransId="{FE7D2ED0-A2A5-4A35-B018-2C39E34B622D}"/>
    <dgm:cxn modelId="{B8CD58D4-DC39-422B-9C10-E8984E893326}" type="presOf" srcId="{6493BA2A-95A7-4946-97EF-7266341AD9C3}" destId="{DAF230AF-91B4-409C-A6BD-4DFB4B0B9D40}" srcOrd="1" destOrd="0" presId="urn:microsoft.com/office/officeart/2005/8/layout/cycle2"/>
    <dgm:cxn modelId="{678427D7-E7D8-4E28-94F2-5F57FC66C221}" type="presOf" srcId="{4F73C76E-BC77-4A0B-A1DF-2221C1D97110}" destId="{D75EF789-3091-4B08-ABBF-1935203C94FA}" srcOrd="0" destOrd="0" presId="urn:microsoft.com/office/officeart/2005/8/layout/cycle2"/>
    <dgm:cxn modelId="{AE5F3CF9-223E-465B-A84B-2E161B138FEF}" type="presParOf" srcId="{7307A0AE-5393-46D0-8A19-DF25950741CD}" destId="{3111FF3D-EB60-401D-AD0F-32A803A8666C}" srcOrd="0" destOrd="0" presId="urn:microsoft.com/office/officeart/2005/8/layout/cycle2"/>
    <dgm:cxn modelId="{F5F8953B-A5C0-4DD5-958A-52D870EC8B6E}" type="presParOf" srcId="{7307A0AE-5393-46D0-8A19-DF25950741CD}" destId="{10BF8AAD-8F9A-4B16-8933-6CDE197F9A23}" srcOrd="1" destOrd="0" presId="urn:microsoft.com/office/officeart/2005/8/layout/cycle2"/>
    <dgm:cxn modelId="{80715BE8-B604-408A-83F5-D037645C57ED}" type="presParOf" srcId="{10BF8AAD-8F9A-4B16-8933-6CDE197F9A23}" destId="{A4EE1B4A-5B80-4637-9464-60E37520C735}" srcOrd="0" destOrd="0" presId="urn:microsoft.com/office/officeart/2005/8/layout/cycle2"/>
    <dgm:cxn modelId="{93A1ECF9-5940-4724-BDAD-9224555083DC}" type="presParOf" srcId="{7307A0AE-5393-46D0-8A19-DF25950741CD}" destId="{D75EF789-3091-4B08-ABBF-1935203C94FA}" srcOrd="2" destOrd="0" presId="urn:microsoft.com/office/officeart/2005/8/layout/cycle2"/>
    <dgm:cxn modelId="{7CD84A91-DDC7-4782-9774-12DBAD4B1DDA}" type="presParOf" srcId="{7307A0AE-5393-46D0-8A19-DF25950741CD}" destId="{59F9D9FB-B2D0-4263-8B78-37303C46C020}" srcOrd="3" destOrd="0" presId="urn:microsoft.com/office/officeart/2005/8/layout/cycle2"/>
    <dgm:cxn modelId="{AD175F39-34B3-404D-B709-13929867965B}" type="presParOf" srcId="{59F9D9FB-B2D0-4263-8B78-37303C46C020}" destId="{DAF230AF-91B4-409C-A6BD-4DFB4B0B9D40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5E00237-386A-4E68-BFE2-AC109DDC2D89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EFA1E8B-3EAB-42C3-981E-CA38300589BD}">
      <dgm:prSet custT="1"/>
      <dgm:spPr/>
      <dgm:t>
        <a:bodyPr/>
        <a:lstStyle/>
        <a:p>
          <a:r>
            <a:rPr lang="en-IN" sz="1400" b="0" dirty="0">
              <a:solidFill>
                <a:schemeClr val="tx1">
                  <a:lumMod val="95000"/>
                  <a:lumOff val="5000"/>
                </a:schemeClr>
              </a:solidFill>
            </a:rPr>
            <a:t>Vegetables are not fresh</a:t>
          </a:r>
        </a:p>
      </dgm:t>
    </dgm:pt>
    <dgm:pt modelId="{59E30132-24E1-464F-80A0-3C6F2F293124}" type="parTrans" cxnId="{88A26786-27C4-4BDB-9105-BA7C7F371177}">
      <dgm:prSet/>
      <dgm:spPr/>
      <dgm:t>
        <a:bodyPr/>
        <a:lstStyle/>
        <a:p>
          <a:endParaRPr lang="en-IN" sz="1400"/>
        </a:p>
      </dgm:t>
    </dgm:pt>
    <dgm:pt modelId="{B2B69839-A2A8-4422-81E4-2D38889A903A}" type="sibTrans" cxnId="{88A26786-27C4-4BDB-9105-BA7C7F371177}">
      <dgm:prSet/>
      <dgm:spPr/>
      <dgm:t>
        <a:bodyPr/>
        <a:lstStyle/>
        <a:p>
          <a:endParaRPr lang="en-IN" sz="1400"/>
        </a:p>
      </dgm:t>
    </dgm:pt>
    <dgm:pt modelId="{B15AEB42-EC38-42A9-990B-8A0C0FA99A28}">
      <dgm:prSet custT="1"/>
      <dgm:spPr/>
      <dgm:t>
        <a:bodyPr/>
        <a:lstStyle/>
        <a:p>
          <a:r>
            <a:rPr lang="en-IN" sz="1400" b="1" dirty="0">
              <a:solidFill>
                <a:schemeClr val="tx1">
                  <a:lumMod val="95000"/>
                  <a:lumOff val="5000"/>
                </a:schemeClr>
              </a:solidFill>
            </a:rPr>
            <a:t>No response</a:t>
          </a:r>
        </a:p>
      </dgm:t>
    </dgm:pt>
    <dgm:pt modelId="{1551CEFF-E6A9-4E02-A2CE-726C0A14DB96}" type="parTrans" cxnId="{E4D1DA7E-FE7A-4E94-95AD-A42B6DDC5D49}">
      <dgm:prSet/>
      <dgm:spPr/>
      <dgm:t>
        <a:bodyPr/>
        <a:lstStyle/>
        <a:p>
          <a:endParaRPr lang="en-IN" sz="1400"/>
        </a:p>
      </dgm:t>
    </dgm:pt>
    <dgm:pt modelId="{363CF0AE-7379-4AF7-8F7F-B82BF9A0DC13}" type="sibTrans" cxnId="{E4D1DA7E-FE7A-4E94-95AD-A42B6DDC5D49}">
      <dgm:prSet/>
      <dgm:spPr/>
      <dgm:t>
        <a:bodyPr/>
        <a:lstStyle/>
        <a:p>
          <a:endParaRPr lang="en-IN" sz="1400"/>
        </a:p>
      </dgm:t>
    </dgm:pt>
    <dgm:pt modelId="{E9D83417-88D7-4951-851B-400B87607981}">
      <dgm:prSet custT="1"/>
      <dgm:spPr/>
      <dgm:t>
        <a:bodyPr/>
        <a:lstStyle/>
        <a:p>
          <a:r>
            <a:rPr lang="en-IN" sz="1400" b="1" dirty="0">
              <a:solidFill>
                <a:schemeClr val="tx1">
                  <a:lumMod val="95000"/>
                  <a:lumOff val="5000"/>
                </a:schemeClr>
              </a:solidFill>
            </a:rPr>
            <a:t>Higher Price</a:t>
          </a:r>
        </a:p>
      </dgm:t>
    </dgm:pt>
    <dgm:pt modelId="{C8037FDC-6FA3-4FA0-A8B1-2748FF81F9D2}" type="parTrans" cxnId="{8C067E21-DDC1-4AF9-8A4B-CDAFA9414F3E}">
      <dgm:prSet/>
      <dgm:spPr/>
      <dgm:t>
        <a:bodyPr/>
        <a:lstStyle/>
        <a:p>
          <a:endParaRPr lang="en-IN" sz="1400"/>
        </a:p>
      </dgm:t>
    </dgm:pt>
    <dgm:pt modelId="{22F1022B-946F-4379-8CC7-41C89C11FD96}" type="sibTrans" cxnId="{8C067E21-DDC1-4AF9-8A4B-CDAFA9414F3E}">
      <dgm:prSet/>
      <dgm:spPr/>
      <dgm:t>
        <a:bodyPr/>
        <a:lstStyle/>
        <a:p>
          <a:endParaRPr lang="en-IN" sz="1400"/>
        </a:p>
      </dgm:t>
    </dgm:pt>
    <dgm:pt modelId="{B508D1DF-9B8D-427B-A39F-77A3C99A80D1}">
      <dgm:prSet custT="1"/>
      <dgm:spPr/>
      <dgm:t>
        <a:bodyPr/>
        <a:lstStyle/>
        <a:p>
          <a:r>
            <a:rPr lang="en-IN" sz="1400" b="1" dirty="0">
              <a:solidFill>
                <a:schemeClr val="tx1">
                  <a:lumMod val="95000"/>
                  <a:lumOff val="5000"/>
                </a:schemeClr>
              </a:solidFill>
            </a:rPr>
            <a:t>No Cancellation policy</a:t>
          </a:r>
        </a:p>
      </dgm:t>
    </dgm:pt>
    <dgm:pt modelId="{2CE5E81E-0D3D-4519-AB2B-38386C7FF2F7}" type="parTrans" cxnId="{47309BEE-4925-482A-98AD-8ADDE22DC016}">
      <dgm:prSet/>
      <dgm:spPr/>
      <dgm:t>
        <a:bodyPr/>
        <a:lstStyle/>
        <a:p>
          <a:endParaRPr lang="en-IN" sz="1400"/>
        </a:p>
      </dgm:t>
    </dgm:pt>
    <dgm:pt modelId="{00C843BA-5D6B-4836-BD0E-9990E9E25366}" type="sibTrans" cxnId="{47309BEE-4925-482A-98AD-8ADDE22DC016}">
      <dgm:prSet/>
      <dgm:spPr/>
      <dgm:t>
        <a:bodyPr/>
        <a:lstStyle/>
        <a:p>
          <a:endParaRPr lang="en-IN" sz="1400"/>
        </a:p>
      </dgm:t>
    </dgm:pt>
    <dgm:pt modelId="{60EE6F9B-E6E9-4283-9E9A-F8F96BDA4C9A}">
      <dgm:prSet custT="1"/>
      <dgm:spPr/>
      <dgm:t>
        <a:bodyPr/>
        <a:lstStyle/>
        <a:p>
          <a:r>
            <a:rPr lang="en-IN" sz="1400" dirty="0">
              <a:solidFill>
                <a:schemeClr val="tx1">
                  <a:lumMod val="95000"/>
                  <a:lumOff val="5000"/>
                </a:schemeClr>
              </a:solidFill>
            </a:rPr>
            <a:t>Missed Items</a:t>
          </a:r>
        </a:p>
      </dgm:t>
    </dgm:pt>
    <dgm:pt modelId="{930BFA86-BA96-4E5C-A6BE-864969FCB6C1}" type="parTrans" cxnId="{5C2AC94D-A76D-438B-8D0D-9206B02C3A7C}">
      <dgm:prSet/>
      <dgm:spPr/>
      <dgm:t>
        <a:bodyPr/>
        <a:lstStyle/>
        <a:p>
          <a:endParaRPr lang="en-IN" sz="1400"/>
        </a:p>
      </dgm:t>
    </dgm:pt>
    <dgm:pt modelId="{5C260F19-0F24-454F-B3F1-3B926B31165D}" type="sibTrans" cxnId="{5C2AC94D-A76D-438B-8D0D-9206B02C3A7C}">
      <dgm:prSet/>
      <dgm:spPr/>
      <dgm:t>
        <a:bodyPr/>
        <a:lstStyle/>
        <a:p>
          <a:endParaRPr lang="en-IN" sz="1400"/>
        </a:p>
      </dgm:t>
    </dgm:pt>
    <dgm:pt modelId="{485DAD5F-5709-4548-AAC3-B1DED5803F47}" type="pres">
      <dgm:prSet presAssocID="{35E00237-386A-4E68-BFE2-AC109DDC2D8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6518FCA-3923-441D-8923-8024DD02A68F}" type="pres">
      <dgm:prSet presAssocID="{7EFA1E8B-3EAB-42C3-981E-CA38300589BD}" presName="hierRoot1" presStyleCnt="0"/>
      <dgm:spPr/>
    </dgm:pt>
    <dgm:pt modelId="{547D3DD8-B5C7-4E98-B418-4E5DBD868C76}" type="pres">
      <dgm:prSet presAssocID="{7EFA1E8B-3EAB-42C3-981E-CA38300589BD}" presName="composite" presStyleCnt="0"/>
      <dgm:spPr/>
    </dgm:pt>
    <dgm:pt modelId="{870690DF-FBDA-4D6E-A4DF-D012D4B0F130}" type="pres">
      <dgm:prSet presAssocID="{7EFA1E8B-3EAB-42C3-981E-CA38300589BD}" presName="background" presStyleLbl="node0" presStyleIdx="0" presStyleCnt="5"/>
      <dgm:spPr/>
    </dgm:pt>
    <dgm:pt modelId="{7B9D4706-DCA8-4604-9BBC-8A7B02B369D9}" type="pres">
      <dgm:prSet presAssocID="{7EFA1E8B-3EAB-42C3-981E-CA38300589BD}" presName="text" presStyleLbl="fgAcc0" presStyleIdx="0" presStyleCnt="5">
        <dgm:presLayoutVars>
          <dgm:chPref val="3"/>
        </dgm:presLayoutVars>
      </dgm:prSet>
      <dgm:spPr/>
    </dgm:pt>
    <dgm:pt modelId="{D9BF523D-1BC1-4A24-8A74-CF2BF85295F1}" type="pres">
      <dgm:prSet presAssocID="{7EFA1E8B-3EAB-42C3-981E-CA38300589BD}" presName="hierChild2" presStyleCnt="0"/>
      <dgm:spPr/>
    </dgm:pt>
    <dgm:pt modelId="{100F68E8-E498-49E2-AFCA-002F45588191}" type="pres">
      <dgm:prSet presAssocID="{B15AEB42-EC38-42A9-990B-8A0C0FA99A28}" presName="hierRoot1" presStyleCnt="0"/>
      <dgm:spPr/>
    </dgm:pt>
    <dgm:pt modelId="{39D23706-561E-4429-AB0E-52FA21376C03}" type="pres">
      <dgm:prSet presAssocID="{B15AEB42-EC38-42A9-990B-8A0C0FA99A28}" presName="composite" presStyleCnt="0"/>
      <dgm:spPr/>
    </dgm:pt>
    <dgm:pt modelId="{B1F1C2F5-B0A7-4267-9BBE-BE3F5677B52C}" type="pres">
      <dgm:prSet presAssocID="{B15AEB42-EC38-42A9-990B-8A0C0FA99A28}" presName="background" presStyleLbl="node0" presStyleIdx="1" presStyleCnt="5"/>
      <dgm:spPr/>
    </dgm:pt>
    <dgm:pt modelId="{3A49D1B7-A924-4D81-B62B-174AAE3F521A}" type="pres">
      <dgm:prSet presAssocID="{B15AEB42-EC38-42A9-990B-8A0C0FA99A28}" presName="text" presStyleLbl="fgAcc0" presStyleIdx="1" presStyleCnt="5">
        <dgm:presLayoutVars>
          <dgm:chPref val="3"/>
        </dgm:presLayoutVars>
      </dgm:prSet>
      <dgm:spPr/>
    </dgm:pt>
    <dgm:pt modelId="{BF8FEA58-B8B0-454F-BA02-10A7F9AC1F6F}" type="pres">
      <dgm:prSet presAssocID="{B15AEB42-EC38-42A9-990B-8A0C0FA99A28}" presName="hierChild2" presStyleCnt="0"/>
      <dgm:spPr/>
    </dgm:pt>
    <dgm:pt modelId="{E7982BBB-8F5F-4AB3-8B7E-208661F32D3B}" type="pres">
      <dgm:prSet presAssocID="{E9D83417-88D7-4951-851B-400B87607981}" presName="hierRoot1" presStyleCnt="0"/>
      <dgm:spPr/>
    </dgm:pt>
    <dgm:pt modelId="{B6F2B76C-09D2-4C46-86B0-325F8A4D7D21}" type="pres">
      <dgm:prSet presAssocID="{E9D83417-88D7-4951-851B-400B87607981}" presName="composite" presStyleCnt="0"/>
      <dgm:spPr/>
    </dgm:pt>
    <dgm:pt modelId="{1B721E64-933C-45B2-9C53-A6030A9BB697}" type="pres">
      <dgm:prSet presAssocID="{E9D83417-88D7-4951-851B-400B87607981}" presName="background" presStyleLbl="node0" presStyleIdx="2" presStyleCnt="5"/>
      <dgm:spPr/>
    </dgm:pt>
    <dgm:pt modelId="{66C91DB5-00A2-4B57-8833-0632FB905023}" type="pres">
      <dgm:prSet presAssocID="{E9D83417-88D7-4951-851B-400B87607981}" presName="text" presStyleLbl="fgAcc0" presStyleIdx="2" presStyleCnt="5">
        <dgm:presLayoutVars>
          <dgm:chPref val="3"/>
        </dgm:presLayoutVars>
      </dgm:prSet>
      <dgm:spPr/>
    </dgm:pt>
    <dgm:pt modelId="{D143C11A-4BD7-44B8-924E-78B3EACAFE80}" type="pres">
      <dgm:prSet presAssocID="{E9D83417-88D7-4951-851B-400B87607981}" presName="hierChild2" presStyleCnt="0"/>
      <dgm:spPr/>
    </dgm:pt>
    <dgm:pt modelId="{501FFB07-24D1-40AD-8C1D-39A212D3454E}" type="pres">
      <dgm:prSet presAssocID="{B508D1DF-9B8D-427B-A39F-77A3C99A80D1}" presName="hierRoot1" presStyleCnt="0"/>
      <dgm:spPr/>
    </dgm:pt>
    <dgm:pt modelId="{8EE8139A-A9FC-4518-9BAC-1F50CF6B1ABF}" type="pres">
      <dgm:prSet presAssocID="{B508D1DF-9B8D-427B-A39F-77A3C99A80D1}" presName="composite" presStyleCnt="0"/>
      <dgm:spPr/>
    </dgm:pt>
    <dgm:pt modelId="{B1E94DFD-FD93-4F18-A956-E1072B5152FE}" type="pres">
      <dgm:prSet presAssocID="{B508D1DF-9B8D-427B-A39F-77A3C99A80D1}" presName="background" presStyleLbl="node0" presStyleIdx="3" presStyleCnt="5"/>
      <dgm:spPr/>
    </dgm:pt>
    <dgm:pt modelId="{92C47F7B-3F82-4CBF-92D1-C19DA414DF9F}" type="pres">
      <dgm:prSet presAssocID="{B508D1DF-9B8D-427B-A39F-77A3C99A80D1}" presName="text" presStyleLbl="fgAcc0" presStyleIdx="3" presStyleCnt="5">
        <dgm:presLayoutVars>
          <dgm:chPref val="3"/>
        </dgm:presLayoutVars>
      </dgm:prSet>
      <dgm:spPr/>
    </dgm:pt>
    <dgm:pt modelId="{7E1CD338-0BF4-49BE-8E4A-64FD65CFC30F}" type="pres">
      <dgm:prSet presAssocID="{B508D1DF-9B8D-427B-A39F-77A3C99A80D1}" presName="hierChild2" presStyleCnt="0"/>
      <dgm:spPr/>
    </dgm:pt>
    <dgm:pt modelId="{B58CACB3-7D98-4942-8325-F126EE0D6DA7}" type="pres">
      <dgm:prSet presAssocID="{60EE6F9B-E6E9-4283-9E9A-F8F96BDA4C9A}" presName="hierRoot1" presStyleCnt="0"/>
      <dgm:spPr/>
    </dgm:pt>
    <dgm:pt modelId="{D5B1A6ED-5CC8-4ABF-AC71-7750BF24CA83}" type="pres">
      <dgm:prSet presAssocID="{60EE6F9B-E6E9-4283-9E9A-F8F96BDA4C9A}" presName="composite" presStyleCnt="0"/>
      <dgm:spPr/>
    </dgm:pt>
    <dgm:pt modelId="{FB27181D-91D9-413F-9D9D-938F306368EB}" type="pres">
      <dgm:prSet presAssocID="{60EE6F9B-E6E9-4283-9E9A-F8F96BDA4C9A}" presName="background" presStyleLbl="node0" presStyleIdx="4" presStyleCnt="5"/>
      <dgm:spPr/>
    </dgm:pt>
    <dgm:pt modelId="{52102617-2CEC-4D19-B07A-F9568FAE1D92}" type="pres">
      <dgm:prSet presAssocID="{60EE6F9B-E6E9-4283-9E9A-F8F96BDA4C9A}" presName="text" presStyleLbl="fgAcc0" presStyleIdx="4" presStyleCnt="5" custLinFactNeighborX="-7680" custLinFactNeighborY="5783">
        <dgm:presLayoutVars>
          <dgm:chPref val="3"/>
        </dgm:presLayoutVars>
      </dgm:prSet>
      <dgm:spPr/>
    </dgm:pt>
    <dgm:pt modelId="{3387CAD1-C4F7-4BF6-890F-DB76CC10F2D9}" type="pres">
      <dgm:prSet presAssocID="{60EE6F9B-E6E9-4283-9E9A-F8F96BDA4C9A}" presName="hierChild2" presStyleCnt="0"/>
      <dgm:spPr/>
    </dgm:pt>
  </dgm:ptLst>
  <dgm:cxnLst>
    <dgm:cxn modelId="{DB46860A-98BC-4640-A2AC-7FA84FF70BF5}" type="presOf" srcId="{E9D83417-88D7-4951-851B-400B87607981}" destId="{66C91DB5-00A2-4B57-8833-0632FB905023}" srcOrd="0" destOrd="0" presId="urn:microsoft.com/office/officeart/2005/8/layout/hierarchy1"/>
    <dgm:cxn modelId="{8C067E21-DDC1-4AF9-8A4B-CDAFA9414F3E}" srcId="{35E00237-386A-4E68-BFE2-AC109DDC2D89}" destId="{E9D83417-88D7-4951-851B-400B87607981}" srcOrd="2" destOrd="0" parTransId="{C8037FDC-6FA3-4FA0-A8B1-2748FF81F9D2}" sibTransId="{22F1022B-946F-4379-8CC7-41C89C11FD96}"/>
    <dgm:cxn modelId="{856A3543-1C5C-4694-88D1-ED3F3FAEF1E3}" type="presOf" srcId="{B508D1DF-9B8D-427B-A39F-77A3C99A80D1}" destId="{92C47F7B-3F82-4CBF-92D1-C19DA414DF9F}" srcOrd="0" destOrd="0" presId="urn:microsoft.com/office/officeart/2005/8/layout/hierarchy1"/>
    <dgm:cxn modelId="{5C2AC94D-A76D-438B-8D0D-9206B02C3A7C}" srcId="{35E00237-386A-4E68-BFE2-AC109DDC2D89}" destId="{60EE6F9B-E6E9-4283-9E9A-F8F96BDA4C9A}" srcOrd="4" destOrd="0" parTransId="{930BFA86-BA96-4E5C-A6BE-864969FCB6C1}" sibTransId="{5C260F19-0F24-454F-B3F1-3B926B31165D}"/>
    <dgm:cxn modelId="{E4D1DA7E-FE7A-4E94-95AD-A42B6DDC5D49}" srcId="{35E00237-386A-4E68-BFE2-AC109DDC2D89}" destId="{B15AEB42-EC38-42A9-990B-8A0C0FA99A28}" srcOrd="1" destOrd="0" parTransId="{1551CEFF-E6A9-4E02-A2CE-726C0A14DB96}" sibTransId="{363CF0AE-7379-4AF7-8F7F-B82BF9A0DC13}"/>
    <dgm:cxn modelId="{88A26786-27C4-4BDB-9105-BA7C7F371177}" srcId="{35E00237-386A-4E68-BFE2-AC109DDC2D89}" destId="{7EFA1E8B-3EAB-42C3-981E-CA38300589BD}" srcOrd="0" destOrd="0" parTransId="{59E30132-24E1-464F-80A0-3C6F2F293124}" sibTransId="{B2B69839-A2A8-4422-81E4-2D38889A903A}"/>
    <dgm:cxn modelId="{04129295-57A6-468C-9D3A-4AC152936C3D}" type="presOf" srcId="{B15AEB42-EC38-42A9-990B-8A0C0FA99A28}" destId="{3A49D1B7-A924-4D81-B62B-174AAE3F521A}" srcOrd="0" destOrd="0" presId="urn:microsoft.com/office/officeart/2005/8/layout/hierarchy1"/>
    <dgm:cxn modelId="{371103AD-43A2-4EB0-8F09-264FD68AC004}" type="presOf" srcId="{7EFA1E8B-3EAB-42C3-981E-CA38300589BD}" destId="{7B9D4706-DCA8-4604-9BBC-8A7B02B369D9}" srcOrd="0" destOrd="0" presId="urn:microsoft.com/office/officeart/2005/8/layout/hierarchy1"/>
    <dgm:cxn modelId="{ABBD66BD-6791-499B-AE14-9CED941A7697}" type="presOf" srcId="{60EE6F9B-E6E9-4283-9E9A-F8F96BDA4C9A}" destId="{52102617-2CEC-4D19-B07A-F9568FAE1D92}" srcOrd="0" destOrd="0" presId="urn:microsoft.com/office/officeart/2005/8/layout/hierarchy1"/>
    <dgm:cxn modelId="{47309BEE-4925-482A-98AD-8ADDE22DC016}" srcId="{35E00237-386A-4E68-BFE2-AC109DDC2D89}" destId="{B508D1DF-9B8D-427B-A39F-77A3C99A80D1}" srcOrd="3" destOrd="0" parTransId="{2CE5E81E-0D3D-4519-AB2B-38386C7FF2F7}" sibTransId="{00C843BA-5D6B-4836-BD0E-9990E9E25366}"/>
    <dgm:cxn modelId="{3F8819F0-56FC-4BBC-A582-CFC8EA841DF9}" type="presOf" srcId="{35E00237-386A-4E68-BFE2-AC109DDC2D89}" destId="{485DAD5F-5709-4548-AAC3-B1DED5803F47}" srcOrd="0" destOrd="0" presId="urn:microsoft.com/office/officeart/2005/8/layout/hierarchy1"/>
    <dgm:cxn modelId="{DFCE95D6-6540-402E-A377-72B3E0C37685}" type="presParOf" srcId="{485DAD5F-5709-4548-AAC3-B1DED5803F47}" destId="{B6518FCA-3923-441D-8923-8024DD02A68F}" srcOrd="0" destOrd="0" presId="urn:microsoft.com/office/officeart/2005/8/layout/hierarchy1"/>
    <dgm:cxn modelId="{49C2EE2C-0928-4E39-AAAB-F7965AE06BB1}" type="presParOf" srcId="{B6518FCA-3923-441D-8923-8024DD02A68F}" destId="{547D3DD8-B5C7-4E98-B418-4E5DBD868C76}" srcOrd="0" destOrd="0" presId="urn:microsoft.com/office/officeart/2005/8/layout/hierarchy1"/>
    <dgm:cxn modelId="{FF2D5F09-4C6E-4E99-88CA-E14A9DD33F68}" type="presParOf" srcId="{547D3DD8-B5C7-4E98-B418-4E5DBD868C76}" destId="{870690DF-FBDA-4D6E-A4DF-D012D4B0F130}" srcOrd="0" destOrd="0" presId="urn:microsoft.com/office/officeart/2005/8/layout/hierarchy1"/>
    <dgm:cxn modelId="{EA9DEDB4-4A57-4AB3-ADA6-EE2AF6686AD4}" type="presParOf" srcId="{547D3DD8-B5C7-4E98-B418-4E5DBD868C76}" destId="{7B9D4706-DCA8-4604-9BBC-8A7B02B369D9}" srcOrd="1" destOrd="0" presId="urn:microsoft.com/office/officeart/2005/8/layout/hierarchy1"/>
    <dgm:cxn modelId="{7EEFB45F-CC3B-466A-9119-B97AC29AF7EF}" type="presParOf" srcId="{B6518FCA-3923-441D-8923-8024DD02A68F}" destId="{D9BF523D-1BC1-4A24-8A74-CF2BF85295F1}" srcOrd="1" destOrd="0" presId="urn:microsoft.com/office/officeart/2005/8/layout/hierarchy1"/>
    <dgm:cxn modelId="{C1085113-C7BF-4EA5-8A2C-5BBB2AD54987}" type="presParOf" srcId="{485DAD5F-5709-4548-AAC3-B1DED5803F47}" destId="{100F68E8-E498-49E2-AFCA-002F45588191}" srcOrd="1" destOrd="0" presId="urn:microsoft.com/office/officeart/2005/8/layout/hierarchy1"/>
    <dgm:cxn modelId="{8CA2B098-FA0F-457B-977F-7520C7F08300}" type="presParOf" srcId="{100F68E8-E498-49E2-AFCA-002F45588191}" destId="{39D23706-561E-4429-AB0E-52FA21376C03}" srcOrd="0" destOrd="0" presId="urn:microsoft.com/office/officeart/2005/8/layout/hierarchy1"/>
    <dgm:cxn modelId="{24DF6AAF-5DE5-474B-94D3-B039D6D5F006}" type="presParOf" srcId="{39D23706-561E-4429-AB0E-52FA21376C03}" destId="{B1F1C2F5-B0A7-4267-9BBE-BE3F5677B52C}" srcOrd="0" destOrd="0" presId="urn:microsoft.com/office/officeart/2005/8/layout/hierarchy1"/>
    <dgm:cxn modelId="{FDBF795F-CF08-4246-8E17-DCCBE979217B}" type="presParOf" srcId="{39D23706-561E-4429-AB0E-52FA21376C03}" destId="{3A49D1B7-A924-4D81-B62B-174AAE3F521A}" srcOrd="1" destOrd="0" presId="urn:microsoft.com/office/officeart/2005/8/layout/hierarchy1"/>
    <dgm:cxn modelId="{CEDB7A7A-DBF6-44A9-8C18-845ECC2907C9}" type="presParOf" srcId="{100F68E8-E498-49E2-AFCA-002F45588191}" destId="{BF8FEA58-B8B0-454F-BA02-10A7F9AC1F6F}" srcOrd="1" destOrd="0" presId="urn:microsoft.com/office/officeart/2005/8/layout/hierarchy1"/>
    <dgm:cxn modelId="{B40092AD-80A9-47B8-90B6-58359C24FCD6}" type="presParOf" srcId="{485DAD5F-5709-4548-AAC3-B1DED5803F47}" destId="{E7982BBB-8F5F-4AB3-8B7E-208661F32D3B}" srcOrd="2" destOrd="0" presId="urn:microsoft.com/office/officeart/2005/8/layout/hierarchy1"/>
    <dgm:cxn modelId="{421D72FC-3645-42DA-A823-2E2E95303494}" type="presParOf" srcId="{E7982BBB-8F5F-4AB3-8B7E-208661F32D3B}" destId="{B6F2B76C-09D2-4C46-86B0-325F8A4D7D21}" srcOrd="0" destOrd="0" presId="urn:microsoft.com/office/officeart/2005/8/layout/hierarchy1"/>
    <dgm:cxn modelId="{D5F8FD6C-8386-4CE5-B0C1-4EDEB11E865A}" type="presParOf" srcId="{B6F2B76C-09D2-4C46-86B0-325F8A4D7D21}" destId="{1B721E64-933C-45B2-9C53-A6030A9BB697}" srcOrd="0" destOrd="0" presId="urn:microsoft.com/office/officeart/2005/8/layout/hierarchy1"/>
    <dgm:cxn modelId="{3DF2EC9A-DD04-450B-A34D-B2BF241CD7D9}" type="presParOf" srcId="{B6F2B76C-09D2-4C46-86B0-325F8A4D7D21}" destId="{66C91DB5-00A2-4B57-8833-0632FB905023}" srcOrd="1" destOrd="0" presId="urn:microsoft.com/office/officeart/2005/8/layout/hierarchy1"/>
    <dgm:cxn modelId="{D3205125-0749-4570-90D3-AE7197CCA3AD}" type="presParOf" srcId="{E7982BBB-8F5F-4AB3-8B7E-208661F32D3B}" destId="{D143C11A-4BD7-44B8-924E-78B3EACAFE80}" srcOrd="1" destOrd="0" presId="urn:microsoft.com/office/officeart/2005/8/layout/hierarchy1"/>
    <dgm:cxn modelId="{615C3CDF-EDDA-4135-87A5-BC91E1080947}" type="presParOf" srcId="{485DAD5F-5709-4548-AAC3-B1DED5803F47}" destId="{501FFB07-24D1-40AD-8C1D-39A212D3454E}" srcOrd="3" destOrd="0" presId="urn:microsoft.com/office/officeart/2005/8/layout/hierarchy1"/>
    <dgm:cxn modelId="{1B4378D9-883E-4E0D-98F2-5554AAE33F39}" type="presParOf" srcId="{501FFB07-24D1-40AD-8C1D-39A212D3454E}" destId="{8EE8139A-A9FC-4518-9BAC-1F50CF6B1ABF}" srcOrd="0" destOrd="0" presId="urn:microsoft.com/office/officeart/2005/8/layout/hierarchy1"/>
    <dgm:cxn modelId="{398D333A-1AEF-4674-BEEA-BD031E4520C1}" type="presParOf" srcId="{8EE8139A-A9FC-4518-9BAC-1F50CF6B1ABF}" destId="{B1E94DFD-FD93-4F18-A956-E1072B5152FE}" srcOrd="0" destOrd="0" presId="urn:microsoft.com/office/officeart/2005/8/layout/hierarchy1"/>
    <dgm:cxn modelId="{96BC3AAB-FB39-4D45-B835-FFA695E60911}" type="presParOf" srcId="{8EE8139A-A9FC-4518-9BAC-1F50CF6B1ABF}" destId="{92C47F7B-3F82-4CBF-92D1-C19DA414DF9F}" srcOrd="1" destOrd="0" presId="urn:microsoft.com/office/officeart/2005/8/layout/hierarchy1"/>
    <dgm:cxn modelId="{5F0A4249-7005-4213-8DB4-2FCAD4E2005F}" type="presParOf" srcId="{501FFB07-24D1-40AD-8C1D-39A212D3454E}" destId="{7E1CD338-0BF4-49BE-8E4A-64FD65CFC30F}" srcOrd="1" destOrd="0" presId="urn:microsoft.com/office/officeart/2005/8/layout/hierarchy1"/>
    <dgm:cxn modelId="{825B4977-8BDB-4315-8E30-F80FA50461A3}" type="presParOf" srcId="{485DAD5F-5709-4548-AAC3-B1DED5803F47}" destId="{B58CACB3-7D98-4942-8325-F126EE0D6DA7}" srcOrd="4" destOrd="0" presId="urn:microsoft.com/office/officeart/2005/8/layout/hierarchy1"/>
    <dgm:cxn modelId="{0CDF2545-EF17-406B-9B3B-CF39BA84D458}" type="presParOf" srcId="{B58CACB3-7D98-4942-8325-F126EE0D6DA7}" destId="{D5B1A6ED-5CC8-4ABF-AC71-7750BF24CA83}" srcOrd="0" destOrd="0" presId="urn:microsoft.com/office/officeart/2005/8/layout/hierarchy1"/>
    <dgm:cxn modelId="{628ABC7C-12B2-480D-A8B4-41395CD133C7}" type="presParOf" srcId="{D5B1A6ED-5CC8-4ABF-AC71-7750BF24CA83}" destId="{FB27181D-91D9-413F-9D9D-938F306368EB}" srcOrd="0" destOrd="0" presId="urn:microsoft.com/office/officeart/2005/8/layout/hierarchy1"/>
    <dgm:cxn modelId="{A03CABBF-797C-4E6E-B115-DD8770A8BE78}" type="presParOf" srcId="{D5B1A6ED-5CC8-4ABF-AC71-7750BF24CA83}" destId="{52102617-2CEC-4D19-B07A-F9568FAE1D92}" srcOrd="1" destOrd="0" presId="urn:microsoft.com/office/officeart/2005/8/layout/hierarchy1"/>
    <dgm:cxn modelId="{0AAF2C89-95F0-4A33-B66B-5AD7313113BE}" type="presParOf" srcId="{B58CACB3-7D98-4942-8325-F126EE0D6DA7}" destId="{3387CAD1-C4F7-4BF6-890F-DB76CC10F2D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52545DB-2521-471A-A3BC-49E2855B0148}" type="doc">
      <dgm:prSet loTypeId="urn:microsoft.com/office/officeart/2005/8/layout/b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EAB304A-7010-480B-8064-0C3078E60AE8}">
      <dgm:prSet/>
      <dgm:spPr/>
      <dgm:t>
        <a:bodyPr/>
        <a:lstStyle/>
        <a:p>
          <a:r>
            <a:rPr lang="en-IN" b="1" dirty="0">
              <a:solidFill>
                <a:schemeClr val="tx1">
                  <a:lumMod val="95000"/>
                  <a:lumOff val="5000"/>
                </a:schemeClr>
              </a:solidFill>
            </a:rPr>
            <a:t>Fast Delivery</a:t>
          </a:r>
        </a:p>
      </dgm:t>
    </dgm:pt>
    <dgm:pt modelId="{297A9307-E043-47C4-87D0-1E9E2718DF40}" type="parTrans" cxnId="{FFFE2336-4D40-48EF-8E87-12799BB87915}">
      <dgm:prSet/>
      <dgm:spPr/>
      <dgm:t>
        <a:bodyPr/>
        <a:lstStyle/>
        <a:p>
          <a:endParaRPr lang="en-IN"/>
        </a:p>
      </dgm:t>
    </dgm:pt>
    <dgm:pt modelId="{F16B528C-8428-4DD2-A949-9333D7CEE543}" type="sibTrans" cxnId="{FFFE2336-4D40-48EF-8E87-12799BB87915}">
      <dgm:prSet/>
      <dgm:spPr/>
      <dgm:t>
        <a:bodyPr/>
        <a:lstStyle/>
        <a:p>
          <a:endParaRPr lang="en-IN"/>
        </a:p>
      </dgm:t>
    </dgm:pt>
    <dgm:pt modelId="{ECCED232-B6D8-47EA-AB97-359806E250FB}">
      <dgm:prSet/>
      <dgm:spPr/>
      <dgm:t>
        <a:bodyPr/>
        <a:lstStyle/>
        <a:p>
          <a:r>
            <a:rPr lang="en-IN" b="1" dirty="0">
              <a:solidFill>
                <a:schemeClr val="tx1">
                  <a:lumMod val="95000"/>
                  <a:lumOff val="5000"/>
                </a:schemeClr>
              </a:solidFill>
            </a:rPr>
            <a:t>Good Service</a:t>
          </a:r>
        </a:p>
      </dgm:t>
    </dgm:pt>
    <dgm:pt modelId="{D7CAE9D7-79A1-4A35-8972-C306EBDCD48E}" type="parTrans" cxnId="{C3B087D6-98C4-40F2-AD10-97D9F22BF325}">
      <dgm:prSet/>
      <dgm:spPr/>
      <dgm:t>
        <a:bodyPr/>
        <a:lstStyle/>
        <a:p>
          <a:endParaRPr lang="en-IN"/>
        </a:p>
      </dgm:t>
    </dgm:pt>
    <dgm:pt modelId="{CF47A057-9301-4B13-A572-764C509A7FA4}" type="sibTrans" cxnId="{C3B087D6-98C4-40F2-AD10-97D9F22BF325}">
      <dgm:prSet/>
      <dgm:spPr/>
      <dgm:t>
        <a:bodyPr/>
        <a:lstStyle/>
        <a:p>
          <a:endParaRPr lang="en-IN"/>
        </a:p>
      </dgm:t>
    </dgm:pt>
    <dgm:pt modelId="{5B14ADC9-6BE9-45C1-A07A-18C6BEC574CB}">
      <dgm:prSet/>
      <dgm:spPr/>
      <dgm:t>
        <a:bodyPr/>
        <a:lstStyle/>
        <a:p>
          <a:r>
            <a:rPr lang="en-IN" b="1" dirty="0">
              <a:solidFill>
                <a:schemeClr val="tx1">
                  <a:lumMod val="95000"/>
                  <a:lumOff val="5000"/>
                </a:schemeClr>
              </a:solidFill>
            </a:rPr>
            <a:t>User Friendly App</a:t>
          </a:r>
        </a:p>
      </dgm:t>
    </dgm:pt>
    <dgm:pt modelId="{0926C966-2F10-4A0B-880D-AA772937807F}" type="parTrans" cxnId="{9E722B98-F961-4D09-A1B8-D7D8063CD3AE}">
      <dgm:prSet/>
      <dgm:spPr/>
      <dgm:t>
        <a:bodyPr/>
        <a:lstStyle/>
        <a:p>
          <a:endParaRPr lang="en-IN"/>
        </a:p>
      </dgm:t>
    </dgm:pt>
    <dgm:pt modelId="{4F926C2E-A26B-48CB-AA90-38B1129D7CBA}" type="sibTrans" cxnId="{9E722B98-F961-4D09-A1B8-D7D8063CD3AE}">
      <dgm:prSet/>
      <dgm:spPr/>
      <dgm:t>
        <a:bodyPr/>
        <a:lstStyle/>
        <a:p>
          <a:endParaRPr lang="en-IN"/>
        </a:p>
      </dgm:t>
    </dgm:pt>
    <dgm:pt modelId="{02EDFDF2-7471-475F-9ADB-2565FE36C2BE}">
      <dgm:prSet/>
      <dgm:spPr/>
      <dgm:t>
        <a:bodyPr/>
        <a:lstStyle/>
        <a:p>
          <a:r>
            <a:rPr lang="en-IN" b="1" dirty="0">
              <a:solidFill>
                <a:schemeClr val="tx1">
                  <a:lumMod val="95000"/>
                  <a:lumOff val="5000"/>
                </a:schemeClr>
              </a:solidFill>
            </a:rPr>
            <a:t>Responsible Delivery Partners</a:t>
          </a:r>
        </a:p>
      </dgm:t>
    </dgm:pt>
    <dgm:pt modelId="{E0F2438C-3A15-4D11-B100-4679411CF2F7}" type="parTrans" cxnId="{21681A1B-1204-4029-BD4A-397A9F0BDE16}">
      <dgm:prSet/>
      <dgm:spPr/>
      <dgm:t>
        <a:bodyPr/>
        <a:lstStyle/>
        <a:p>
          <a:endParaRPr lang="en-IN"/>
        </a:p>
      </dgm:t>
    </dgm:pt>
    <dgm:pt modelId="{A93D785D-398A-4A16-8A67-C3890ED2C89E}" type="sibTrans" cxnId="{21681A1B-1204-4029-BD4A-397A9F0BDE16}">
      <dgm:prSet/>
      <dgm:spPr/>
      <dgm:t>
        <a:bodyPr/>
        <a:lstStyle/>
        <a:p>
          <a:endParaRPr lang="en-IN"/>
        </a:p>
      </dgm:t>
    </dgm:pt>
    <dgm:pt modelId="{3858328E-6A2C-409D-9867-FA57969FA3D5}">
      <dgm:prSet/>
      <dgm:spPr/>
      <dgm:t>
        <a:bodyPr/>
        <a:lstStyle/>
        <a:p>
          <a:r>
            <a:rPr lang="en-IN" dirty="0">
              <a:solidFill>
                <a:schemeClr val="tx1">
                  <a:lumMod val="95000"/>
                  <a:lumOff val="5000"/>
                </a:schemeClr>
              </a:solidFill>
            </a:rPr>
            <a:t>Quality Products</a:t>
          </a:r>
        </a:p>
      </dgm:t>
    </dgm:pt>
    <dgm:pt modelId="{0CFAB0FA-3380-4F4C-B645-C0993C361470}" type="parTrans" cxnId="{B292EE1C-D83D-45AF-8225-F9C6D256A0A8}">
      <dgm:prSet/>
      <dgm:spPr/>
      <dgm:t>
        <a:bodyPr/>
        <a:lstStyle/>
        <a:p>
          <a:endParaRPr lang="en-IN"/>
        </a:p>
      </dgm:t>
    </dgm:pt>
    <dgm:pt modelId="{C8B6ABCB-EF39-4038-BB17-44BC165036C4}" type="sibTrans" cxnId="{B292EE1C-D83D-45AF-8225-F9C6D256A0A8}">
      <dgm:prSet/>
      <dgm:spPr/>
      <dgm:t>
        <a:bodyPr/>
        <a:lstStyle/>
        <a:p>
          <a:endParaRPr lang="en-IN"/>
        </a:p>
      </dgm:t>
    </dgm:pt>
    <dgm:pt modelId="{FCB77A13-CC00-470A-AE1C-00E463B526F4}" type="pres">
      <dgm:prSet presAssocID="{052545DB-2521-471A-A3BC-49E2855B0148}" presName="Name0" presStyleCnt="0">
        <dgm:presLayoutVars>
          <dgm:dir/>
          <dgm:resizeHandles val="exact"/>
        </dgm:presLayoutVars>
      </dgm:prSet>
      <dgm:spPr/>
    </dgm:pt>
    <dgm:pt modelId="{7BFCE165-F848-442D-BB18-4F7C2F842C08}" type="pres">
      <dgm:prSet presAssocID="{2EAB304A-7010-480B-8064-0C3078E60AE8}" presName="node" presStyleLbl="node1" presStyleIdx="0" presStyleCnt="5">
        <dgm:presLayoutVars>
          <dgm:bulletEnabled val="1"/>
        </dgm:presLayoutVars>
      </dgm:prSet>
      <dgm:spPr/>
    </dgm:pt>
    <dgm:pt modelId="{2DFBDD5C-708A-4D86-BC39-47760F0D92A1}" type="pres">
      <dgm:prSet presAssocID="{F16B528C-8428-4DD2-A949-9333D7CEE543}" presName="sibTrans" presStyleLbl="sibTrans1D1" presStyleIdx="0" presStyleCnt="4"/>
      <dgm:spPr/>
    </dgm:pt>
    <dgm:pt modelId="{19A1604E-1501-435D-B288-46BC360C41AE}" type="pres">
      <dgm:prSet presAssocID="{F16B528C-8428-4DD2-A949-9333D7CEE543}" presName="connectorText" presStyleLbl="sibTrans1D1" presStyleIdx="0" presStyleCnt="4"/>
      <dgm:spPr/>
    </dgm:pt>
    <dgm:pt modelId="{94CD62A8-E802-4D05-92C9-BD9BD16B61B9}" type="pres">
      <dgm:prSet presAssocID="{ECCED232-B6D8-47EA-AB97-359806E250FB}" presName="node" presStyleLbl="node1" presStyleIdx="1" presStyleCnt="5">
        <dgm:presLayoutVars>
          <dgm:bulletEnabled val="1"/>
        </dgm:presLayoutVars>
      </dgm:prSet>
      <dgm:spPr/>
    </dgm:pt>
    <dgm:pt modelId="{5033843A-01C8-4B4C-B3AD-F10628FFD6A4}" type="pres">
      <dgm:prSet presAssocID="{CF47A057-9301-4B13-A572-764C509A7FA4}" presName="sibTrans" presStyleLbl="sibTrans1D1" presStyleIdx="1" presStyleCnt="4"/>
      <dgm:spPr/>
    </dgm:pt>
    <dgm:pt modelId="{ADC04F01-A987-44DF-989B-C3EACC19E373}" type="pres">
      <dgm:prSet presAssocID="{CF47A057-9301-4B13-A572-764C509A7FA4}" presName="connectorText" presStyleLbl="sibTrans1D1" presStyleIdx="1" presStyleCnt="4"/>
      <dgm:spPr/>
    </dgm:pt>
    <dgm:pt modelId="{2783802B-16B5-49C8-8D4C-1E04EDBDE8B2}" type="pres">
      <dgm:prSet presAssocID="{5B14ADC9-6BE9-45C1-A07A-18C6BEC574CB}" presName="node" presStyleLbl="node1" presStyleIdx="2" presStyleCnt="5">
        <dgm:presLayoutVars>
          <dgm:bulletEnabled val="1"/>
        </dgm:presLayoutVars>
      </dgm:prSet>
      <dgm:spPr/>
    </dgm:pt>
    <dgm:pt modelId="{5246FC23-D038-4E75-997F-4AA6E55D4177}" type="pres">
      <dgm:prSet presAssocID="{4F926C2E-A26B-48CB-AA90-38B1129D7CBA}" presName="sibTrans" presStyleLbl="sibTrans1D1" presStyleIdx="2" presStyleCnt="4"/>
      <dgm:spPr/>
    </dgm:pt>
    <dgm:pt modelId="{ABB5312C-077F-4210-A7D9-84DB793F1AA5}" type="pres">
      <dgm:prSet presAssocID="{4F926C2E-A26B-48CB-AA90-38B1129D7CBA}" presName="connectorText" presStyleLbl="sibTrans1D1" presStyleIdx="2" presStyleCnt="4"/>
      <dgm:spPr/>
    </dgm:pt>
    <dgm:pt modelId="{C837F70B-DACB-492A-98BD-C6F746F1D866}" type="pres">
      <dgm:prSet presAssocID="{02EDFDF2-7471-475F-9ADB-2565FE36C2BE}" presName="node" presStyleLbl="node1" presStyleIdx="3" presStyleCnt="5">
        <dgm:presLayoutVars>
          <dgm:bulletEnabled val="1"/>
        </dgm:presLayoutVars>
      </dgm:prSet>
      <dgm:spPr/>
    </dgm:pt>
    <dgm:pt modelId="{99ED54E0-E5C8-49E9-92E6-821A8ECE1387}" type="pres">
      <dgm:prSet presAssocID="{A93D785D-398A-4A16-8A67-C3890ED2C89E}" presName="sibTrans" presStyleLbl="sibTrans1D1" presStyleIdx="3" presStyleCnt="4"/>
      <dgm:spPr/>
    </dgm:pt>
    <dgm:pt modelId="{619E687D-2D59-4BEA-9E46-B863B6BDEEFA}" type="pres">
      <dgm:prSet presAssocID="{A93D785D-398A-4A16-8A67-C3890ED2C89E}" presName="connectorText" presStyleLbl="sibTrans1D1" presStyleIdx="3" presStyleCnt="4"/>
      <dgm:spPr/>
    </dgm:pt>
    <dgm:pt modelId="{CD9D4CD1-9613-45AC-AEC4-9663723970EA}" type="pres">
      <dgm:prSet presAssocID="{3858328E-6A2C-409D-9867-FA57969FA3D5}" presName="node" presStyleLbl="node1" presStyleIdx="4" presStyleCnt="5">
        <dgm:presLayoutVars>
          <dgm:bulletEnabled val="1"/>
        </dgm:presLayoutVars>
      </dgm:prSet>
      <dgm:spPr/>
    </dgm:pt>
  </dgm:ptLst>
  <dgm:cxnLst>
    <dgm:cxn modelId="{DFCE2603-F49E-48B7-BFBD-13F4176DB3AC}" type="presOf" srcId="{2EAB304A-7010-480B-8064-0C3078E60AE8}" destId="{7BFCE165-F848-442D-BB18-4F7C2F842C08}" srcOrd="0" destOrd="0" presId="urn:microsoft.com/office/officeart/2005/8/layout/bProcess3"/>
    <dgm:cxn modelId="{EF95BC05-E525-4DF6-B1B1-EB3923A1A981}" type="presOf" srcId="{4F926C2E-A26B-48CB-AA90-38B1129D7CBA}" destId="{5246FC23-D038-4E75-997F-4AA6E55D4177}" srcOrd="0" destOrd="0" presId="urn:microsoft.com/office/officeart/2005/8/layout/bProcess3"/>
    <dgm:cxn modelId="{9C093B0A-CB33-40AC-9043-2C1A67C53FC0}" type="presOf" srcId="{052545DB-2521-471A-A3BC-49E2855B0148}" destId="{FCB77A13-CC00-470A-AE1C-00E463B526F4}" srcOrd="0" destOrd="0" presId="urn:microsoft.com/office/officeart/2005/8/layout/bProcess3"/>
    <dgm:cxn modelId="{C6555912-A3B6-4BC3-8FC7-7DD6A61A74BA}" type="presOf" srcId="{A93D785D-398A-4A16-8A67-C3890ED2C89E}" destId="{619E687D-2D59-4BEA-9E46-B863B6BDEEFA}" srcOrd="1" destOrd="0" presId="urn:microsoft.com/office/officeart/2005/8/layout/bProcess3"/>
    <dgm:cxn modelId="{B0B40D19-FD78-4157-BAA3-6C2FEA6F941B}" type="presOf" srcId="{F16B528C-8428-4DD2-A949-9333D7CEE543}" destId="{2DFBDD5C-708A-4D86-BC39-47760F0D92A1}" srcOrd="0" destOrd="0" presId="urn:microsoft.com/office/officeart/2005/8/layout/bProcess3"/>
    <dgm:cxn modelId="{21681A1B-1204-4029-BD4A-397A9F0BDE16}" srcId="{052545DB-2521-471A-A3BC-49E2855B0148}" destId="{02EDFDF2-7471-475F-9ADB-2565FE36C2BE}" srcOrd="3" destOrd="0" parTransId="{E0F2438C-3A15-4D11-B100-4679411CF2F7}" sibTransId="{A93D785D-398A-4A16-8A67-C3890ED2C89E}"/>
    <dgm:cxn modelId="{B292EE1C-D83D-45AF-8225-F9C6D256A0A8}" srcId="{052545DB-2521-471A-A3BC-49E2855B0148}" destId="{3858328E-6A2C-409D-9867-FA57969FA3D5}" srcOrd="4" destOrd="0" parTransId="{0CFAB0FA-3380-4F4C-B645-C0993C361470}" sibTransId="{C8B6ABCB-EF39-4038-BB17-44BC165036C4}"/>
    <dgm:cxn modelId="{B81EFA1C-76CD-402E-869D-05887EB2ABE1}" type="presOf" srcId="{02EDFDF2-7471-475F-9ADB-2565FE36C2BE}" destId="{C837F70B-DACB-492A-98BD-C6F746F1D866}" srcOrd="0" destOrd="0" presId="urn:microsoft.com/office/officeart/2005/8/layout/bProcess3"/>
    <dgm:cxn modelId="{605DC734-7741-4575-B690-3CC4BB703792}" type="presOf" srcId="{5B14ADC9-6BE9-45C1-A07A-18C6BEC574CB}" destId="{2783802B-16B5-49C8-8D4C-1E04EDBDE8B2}" srcOrd="0" destOrd="0" presId="urn:microsoft.com/office/officeart/2005/8/layout/bProcess3"/>
    <dgm:cxn modelId="{FFFE2336-4D40-48EF-8E87-12799BB87915}" srcId="{052545DB-2521-471A-A3BC-49E2855B0148}" destId="{2EAB304A-7010-480B-8064-0C3078E60AE8}" srcOrd="0" destOrd="0" parTransId="{297A9307-E043-47C4-87D0-1E9E2718DF40}" sibTransId="{F16B528C-8428-4DD2-A949-9333D7CEE543}"/>
    <dgm:cxn modelId="{6186B066-24AB-4D2D-8537-6F7BD74A8CC5}" type="presOf" srcId="{ECCED232-B6D8-47EA-AB97-359806E250FB}" destId="{94CD62A8-E802-4D05-92C9-BD9BD16B61B9}" srcOrd="0" destOrd="0" presId="urn:microsoft.com/office/officeart/2005/8/layout/bProcess3"/>
    <dgm:cxn modelId="{D8DC2A4A-6157-4E39-9CAD-4A7599AEA78A}" type="presOf" srcId="{CF47A057-9301-4B13-A572-764C509A7FA4}" destId="{5033843A-01C8-4B4C-B3AD-F10628FFD6A4}" srcOrd="0" destOrd="0" presId="urn:microsoft.com/office/officeart/2005/8/layout/bProcess3"/>
    <dgm:cxn modelId="{0B9D396E-D9F0-4C12-A488-36535C6FA377}" type="presOf" srcId="{3858328E-6A2C-409D-9867-FA57969FA3D5}" destId="{CD9D4CD1-9613-45AC-AEC4-9663723970EA}" srcOrd="0" destOrd="0" presId="urn:microsoft.com/office/officeart/2005/8/layout/bProcess3"/>
    <dgm:cxn modelId="{300AA978-2C9A-4491-A2AB-E98DD0F04346}" type="presOf" srcId="{A93D785D-398A-4A16-8A67-C3890ED2C89E}" destId="{99ED54E0-E5C8-49E9-92E6-821A8ECE1387}" srcOrd="0" destOrd="0" presId="urn:microsoft.com/office/officeart/2005/8/layout/bProcess3"/>
    <dgm:cxn modelId="{9E722B98-F961-4D09-A1B8-D7D8063CD3AE}" srcId="{052545DB-2521-471A-A3BC-49E2855B0148}" destId="{5B14ADC9-6BE9-45C1-A07A-18C6BEC574CB}" srcOrd="2" destOrd="0" parTransId="{0926C966-2F10-4A0B-880D-AA772937807F}" sibTransId="{4F926C2E-A26B-48CB-AA90-38B1129D7CBA}"/>
    <dgm:cxn modelId="{EF0CDCBE-03C5-4236-98AC-8827FE2FB723}" type="presOf" srcId="{CF47A057-9301-4B13-A572-764C509A7FA4}" destId="{ADC04F01-A987-44DF-989B-C3EACC19E373}" srcOrd="1" destOrd="0" presId="urn:microsoft.com/office/officeart/2005/8/layout/bProcess3"/>
    <dgm:cxn modelId="{80E2BDC9-07A2-4A73-8B16-14BD8FB6D9F7}" type="presOf" srcId="{4F926C2E-A26B-48CB-AA90-38B1129D7CBA}" destId="{ABB5312C-077F-4210-A7D9-84DB793F1AA5}" srcOrd="1" destOrd="0" presId="urn:microsoft.com/office/officeart/2005/8/layout/bProcess3"/>
    <dgm:cxn modelId="{C3B087D6-98C4-40F2-AD10-97D9F22BF325}" srcId="{052545DB-2521-471A-A3BC-49E2855B0148}" destId="{ECCED232-B6D8-47EA-AB97-359806E250FB}" srcOrd="1" destOrd="0" parTransId="{D7CAE9D7-79A1-4A35-8972-C306EBDCD48E}" sibTransId="{CF47A057-9301-4B13-A572-764C509A7FA4}"/>
    <dgm:cxn modelId="{CD7DFFDB-8627-436E-A946-F55EF7C7CF77}" type="presOf" srcId="{F16B528C-8428-4DD2-A949-9333D7CEE543}" destId="{19A1604E-1501-435D-B288-46BC360C41AE}" srcOrd="1" destOrd="0" presId="urn:microsoft.com/office/officeart/2005/8/layout/bProcess3"/>
    <dgm:cxn modelId="{51DE18F3-CDC5-46AA-8BB9-0D9B43912704}" type="presParOf" srcId="{FCB77A13-CC00-470A-AE1C-00E463B526F4}" destId="{7BFCE165-F848-442D-BB18-4F7C2F842C08}" srcOrd="0" destOrd="0" presId="urn:microsoft.com/office/officeart/2005/8/layout/bProcess3"/>
    <dgm:cxn modelId="{2C3D83F0-B12B-45EE-8BF6-AA9191DE5AEC}" type="presParOf" srcId="{FCB77A13-CC00-470A-AE1C-00E463B526F4}" destId="{2DFBDD5C-708A-4D86-BC39-47760F0D92A1}" srcOrd="1" destOrd="0" presId="urn:microsoft.com/office/officeart/2005/8/layout/bProcess3"/>
    <dgm:cxn modelId="{68B315B4-4EB9-4261-B694-F02F4F880B09}" type="presParOf" srcId="{2DFBDD5C-708A-4D86-BC39-47760F0D92A1}" destId="{19A1604E-1501-435D-B288-46BC360C41AE}" srcOrd="0" destOrd="0" presId="urn:microsoft.com/office/officeart/2005/8/layout/bProcess3"/>
    <dgm:cxn modelId="{C8BD8BE6-7A88-4EFE-B615-97882AEE383D}" type="presParOf" srcId="{FCB77A13-CC00-470A-AE1C-00E463B526F4}" destId="{94CD62A8-E802-4D05-92C9-BD9BD16B61B9}" srcOrd="2" destOrd="0" presId="urn:microsoft.com/office/officeart/2005/8/layout/bProcess3"/>
    <dgm:cxn modelId="{402E07F3-B61A-4828-A0BF-FCC519DF3DC2}" type="presParOf" srcId="{FCB77A13-CC00-470A-AE1C-00E463B526F4}" destId="{5033843A-01C8-4B4C-B3AD-F10628FFD6A4}" srcOrd="3" destOrd="0" presId="urn:microsoft.com/office/officeart/2005/8/layout/bProcess3"/>
    <dgm:cxn modelId="{5DB2292E-B4FD-4EA2-8137-910A71B16324}" type="presParOf" srcId="{5033843A-01C8-4B4C-B3AD-F10628FFD6A4}" destId="{ADC04F01-A987-44DF-989B-C3EACC19E373}" srcOrd="0" destOrd="0" presId="urn:microsoft.com/office/officeart/2005/8/layout/bProcess3"/>
    <dgm:cxn modelId="{F2E0F681-2848-4A3E-8D7F-BFFCD3EE9982}" type="presParOf" srcId="{FCB77A13-CC00-470A-AE1C-00E463B526F4}" destId="{2783802B-16B5-49C8-8D4C-1E04EDBDE8B2}" srcOrd="4" destOrd="0" presId="urn:microsoft.com/office/officeart/2005/8/layout/bProcess3"/>
    <dgm:cxn modelId="{3ED34E8B-1127-44B3-9525-8C450D4B4D4F}" type="presParOf" srcId="{FCB77A13-CC00-470A-AE1C-00E463B526F4}" destId="{5246FC23-D038-4E75-997F-4AA6E55D4177}" srcOrd="5" destOrd="0" presId="urn:microsoft.com/office/officeart/2005/8/layout/bProcess3"/>
    <dgm:cxn modelId="{69C03536-A4A4-4193-97E0-8DB10A0AAA08}" type="presParOf" srcId="{5246FC23-D038-4E75-997F-4AA6E55D4177}" destId="{ABB5312C-077F-4210-A7D9-84DB793F1AA5}" srcOrd="0" destOrd="0" presId="urn:microsoft.com/office/officeart/2005/8/layout/bProcess3"/>
    <dgm:cxn modelId="{91A76F8B-C538-41D8-A53E-F3779A93B3D7}" type="presParOf" srcId="{FCB77A13-CC00-470A-AE1C-00E463B526F4}" destId="{C837F70B-DACB-492A-98BD-C6F746F1D866}" srcOrd="6" destOrd="0" presId="urn:microsoft.com/office/officeart/2005/8/layout/bProcess3"/>
    <dgm:cxn modelId="{3AB1D570-699A-49A5-93F0-75CCEB7C90FE}" type="presParOf" srcId="{FCB77A13-CC00-470A-AE1C-00E463B526F4}" destId="{99ED54E0-E5C8-49E9-92E6-821A8ECE1387}" srcOrd="7" destOrd="0" presId="urn:microsoft.com/office/officeart/2005/8/layout/bProcess3"/>
    <dgm:cxn modelId="{6C1F3BF1-FBA0-4DB3-9122-97B65B17912C}" type="presParOf" srcId="{99ED54E0-E5C8-49E9-92E6-821A8ECE1387}" destId="{619E687D-2D59-4BEA-9E46-B863B6BDEEFA}" srcOrd="0" destOrd="0" presId="urn:microsoft.com/office/officeart/2005/8/layout/bProcess3"/>
    <dgm:cxn modelId="{F7E9525F-4A4C-437B-A4EB-64EA8A13CBA8}" type="presParOf" srcId="{FCB77A13-CC00-470A-AE1C-00E463B526F4}" destId="{CD9D4CD1-9613-45AC-AEC4-9663723970EA}" srcOrd="8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E154D3F-2EC4-4930-95A6-CCE236524F13}" type="doc">
      <dgm:prSet loTypeId="urn:microsoft.com/office/officeart/2005/8/layout/b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78F33FD3-3581-40F0-818A-E4199F3E9659}" type="pres">
      <dgm:prSet presAssocID="{DE154D3F-2EC4-4930-95A6-CCE236524F13}" presName="diagram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8901C2D0-F578-4590-991D-045423389413}" type="presOf" srcId="{DE154D3F-2EC4-4930-95A6-CCE236524F13}" destId="{78F33FD3-3581-40F0-818A-E4199F3E9659}" srcOrd="0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11FF3D-EB60-401D-AD0F-32A803A8666C}">
      <dsp:nvSpPr>
        <dsp:cNvPr id="0" name=""/>
        <dsp:cNvSpPr/>
      </dsp:nvSpPr>
      <dsp:spPr>
        <a:xfrm>
          <a:off x="3369" y="1113693"/>
          <a:ext cx="4630612" cy="463061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800" b="1" kern="1200" dirty="0">
              <a:solidFill>
                <a:schemeClr val="tx1"/>
              </a:solidFill>
            </a:rPr>
            <a:t>Zepto’s</a:t>
          </a:r>
        </a:p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800" b="1" kern="1200" dirty="0">
              <a:solidFill>
                <a:schemeClr val="tx1"/>
              </a:solidFill>
            </a:rPr>
            <a:t>Innovations</a:t>
          </a:r>
        </a:p>
      </dsp:txBody>
      <dsp:txXfrm>
        <a:off x="681506" y="1791830"/>
        <a:ext cx="3274338" cy="3274338"/>
      </dsp:txXfrm>
    </dsp:sp>
    <dsp:sp modelId="{10BF8AAD-8F9A-4B16-8933-6CDE197F9A23}">
      <dsp:nvSpPr>
        <dsp:cNvPr id="0" name=""/>
        <dsp:cNvSpPr/>
      </dsp:nvSpPr>
      <dsp:spPr>
        <a:xfrm rot="144683">
          <a:off x="4313941" y="483253"/>
          <a:ext cx="2990181" cy="17452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b="1" kern="1200" dirty="0">
              <a:solidFill>
                <a:schemeClr val="tx1"/>
              </a:solidFill>
            </a:rPr>
            <a:t>Quick Delivery</a:t>
          </a:r>
        </a:p>
      </dsp:txBody>
      <dsp:txXfrm>
        <a:off x="4314173" y="821293"/>
        <a:ext cx="2466598" cy="1047166"/>
      </dsp:txXfrm>
    </dsp:sp>
    <dsp:sp modelId="{D75EF789-3091-4B08-ABBF-1935203C94FA}">
      <dsp:nvSpPr>
        <dsp:cNvPr id="0" name=""/>
        <dsp:cNvSpPr/>
      </dsp:nvSpPr>
      <dsp:spPr>
        <a:xfrm>
          <a:off x="6962900" y="1407843"/>
          <a:ext cx="4630612" cy="463061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1" kern="1200" dirty="0">
              <a:solidFill>
                <a:schemeClr val="tx1"/>
              </a:solidFill>
            </a:rPr>
            <a:t>⚡ Speed  🏬Warehouse 📱Technology</a:t>
          </a:r>
          <a:r>
            <a:rPr lang="en-IN" sz="3800" b="1" kern="1200" dirty="0">
              <a:solidFill>
                <a:schemeClr val="tx1"/>
              </a:solidFill>
            </a:rPr>
            <a:t> </a:t>
          </a:r>
        </a:p>
      </dsp:txBody>
      <dsp:txXfrm>
        <a:off x="7641037" y="2085980"/>
        <a:ext cx="3274338" cy="3274338"/>
      </dsp:txXfrm>
    </dsp:sp>
    <dsp:sp modelId="{59F9D9FB-B2D0-4263-8B78-37303C46C020}">
      <dsp:nvSpPr>
        <dsp:cNvPr id="0" name=""/>
        <dsp:cNvSpPr/>
      </dsp:nvSpPr>
      <dsp:spPr>
        <a:xfrm rot="10800102">
          <a:off x="4400224" y="4951231"/>
          <a:ext cx="2776118" cy="15628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000" b="0" kern="1200" dirty="0">
              <a:solidFill>
                <a:schemeClr val="tx1"/>
              </a:solidFill>
            </a:rPr>
            <a:t>Dark Stores</a:t>
          </a:r>
        </a:p>
      </dsp:txBody>
      <dsp:txXfrm rot="10800000">
        <a:off x="4869073" y="5263804"/>
        <a:ext cx="2307269" cy="9376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0690DF-FBDA-4D6E-A4DF-D012D4B0F130}">
      <dsp:nvSpPr>
        <dsp:cNvPr id="0" name=""/>
        <dsp:cNvSpPr/>
      </dsp:nvSpPr>
      <dsp:spPr>
        <a:xfrm>
          <a:off x="2087" y="1391761"/>
          <a:ext cx="1017221" cy="64593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B9D4706-DCA8-4604-9BBC-8A7B02B369D9}">
      <dsp:nvSpPr>
        <dsp:cNvPr id="0" name=""/>
        <dsp:cNvSpPr/>
      </dsp:nvSpPr>
      <dsp:spPr>
        <a:xfrm>
          <a:off x="115112" y="1499134"/>
          <a:ext cx="1017221" cy="6459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 dirty="0">
              <a:solidFill>
                <a:schemeClr val="tx1">
                  <a:lumMod val="95000"/>
                  <a:lumOff val="5000"/>
                </a:schemeClr>
              </a:solidFill>
            </a:rPr>
            <a:t>Vegetables are not fresh</a:t>
          </a:r>
        </a:p>
      </dsp:txBody>
      <dsp:txXfrm>
        <a:off x="134031" y="1518053"/>
        <a:ext cx="979383" cy="608097"/>
      </dsp:txXfrm>
    </dsp:sp>
    <dsp:sp modelId="{B1F1C2F5-B0A7-4267-9BBE-BE3F5677B52C}">
      <dsp:nvSpPr>
        <dsp:cNvPr id="0" name=""/>
        <dsp:cNvSpPr/>
      </dsp:nvSpPr>
      <dsp:spPr>
        <a:xfrm>
          <a:off x="1245357" y="1391761"/>
          <a:ext cx="1017221" cy="64593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A49D1B7-A924-4D81-B62B-174AAE3F521A}">
      <dsp:nvSpPr>
        <dsp:cNvPr id="0" name=""/>
        <dsp:cNvSpPr/>
      </dsp:nvSpPr>
      <dsp:spPr>
        <a:xfrm>
          <a:off x="1358382" y="1499134"/>
          <a:ext cx="1017221" cy="6459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solidFill>
                <a:schemeClr val="tx1">
                  <a:lumMod val="95000"/>
                  <a:lumOff val="5000"/>
                </a:schemeClr>
              </a:solidFill>
            </a:rPr>
            <a:t>No response</a:t>
          </a:r>
        </a:p>
      </dsp:txBody>
      <dsp:txXfrm>
        <a:off x="1377301" y="1518053"/>
        <a:ext cx="979383" cy="608097"/>
      </dsp:txXfrm>
    </dsp:sp>
    <dsp:sp modelId="{1B721E64-933C-45B2-9C53-A6030A9BB697}">
      <dsp:nvSpPr>
        <dsp:cNvPr id="0" name=""/>
        <dsp:cNvSpPr/>
      </dsp:nvSpPr>
      <dsp:spPr>
        <a:xfrm>
          <a:off x="2488628" y="1391761"/>
          <a:ext cx="1017221" cy="64593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6C91DB5-00A2-4B57-8833-0632FB905023}">
      <dsp:nvSpPr>
        <dsp:cNvPr id="0" name=""/>
        <dsp:cNvSpPr/>
      </dsp:nvSpPr>
      <dsp:spPr>
        <a:xfrm>
          <a:off x="2601652" y="1499134"/>
          <a:ext cx="1017221" cy="6459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solidFill>
                <a:schemeClr val="tx1">
                  <a:lumMod val="95000"/>
                  <a:lumOff val="5000"/>
                </a:schemeClr>
              </a:solidFill>
            </a:rPr>
            <a:t>Higher Price</a:t>
          </a:r>
        </a:p>
      </dsp:txBody>
      <dsp:txXfrm>
        <a:off x="2620571" y="1518053"/>
        <a:ext cx="979383" cy="608097"/>
      </dsp:txXfrm>
    </dsp:sp>
    <dsp:sp modelId="{B1E94DFD-FD93-4F18-A956-E1072B5152FE}">
      <dsp:nvSpPr>
        <dsp:cNvPr id="0" name=""/>
        <dsp:cNvSpPr/>
      </dsp:nvSpPr>
      <dsp:spPr>
        <a:xfrm>
          <a:off x="3731898" y="1391761"/>
          <a:ext cx="1017221" cy="64593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2C47F7B-3F82-4CBF-92D1-C19DA414DF9F}">
      <dsp:nvSpPr>
        <dsp:cNvPr id="0" name=""/>
        <dsp:cNvSpPr/>
      </dsp:nvSpPr>
      <dsp:spPr>
        <a:xfrm>
          <a:off x="3844923" y="1499134"/>
          <a:ext cx="1017221" cy="6459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solidFill>
                <a:schemeClr val="tx1">
                  <a:lumMod val="95000"/>
                  <a:lumOff val="5000"/>
                </a:schemeClr>
              </a:solidFill>
            </a:rPr>
            <a:t>No Cancellation policy</a:t>
          </a:r>
        </a:p>
      </dsp:txBody>
      <dsp:txXfrm>
        <a:off x="3863842" y="1518053"/>
        <a:ext cx="979383" cy="608097"/>
      </dsp:txXfrm>
    </dsp:sp>
    <dsp:sp modelId="{FB27181D-91D9-413F-9D9D-938F306368EB}">
      <dsp:nvSpPr>
        <dsp:cNvPr id="0" name=""/>
        <dsp:cNvSpPr/>
      </dsp:nvSpPr>
      <dsp:spPr>
        <a:xfrm>
          <a:off x="4897046" y="1429115"/>
          <a:ext cx="1017221" cy="64593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2102617-2CEC-4D19-B07A-F9568FAE1D92}">
      <dsp:nvSpPr>
        <dsp:cNvPr id="0" name=""/>
        <dsp:cNvSpPr/>
      </dsp:nvSpPr>
      <dsp:spPr>
        <a:xfrm>
          <a:off x="5010070" y="1536488"/>
          <a:ext cx="1017221" cy="6459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solidFill>
                <a:schemeClr val="tx1">
                  <a:lumMod val="95000"/>
                  <a:lumOff val="5000"/>
                </a:schemeClr>
              </a:solidFill>
            </a:rPr>
            <a:t>Missed Items</a:t>
          </a:r>
        </a:p>
      </dsp:txBody>
      <dsp:txXfrm>
        <a:off x="5028989" y="1555407"/>
        <a:ext cx="979383" cy="60809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FBDD5C-708A-4D86-BC39-47760F0D92A1}">
      <dsp:nvSpPr>
        <dsp:cNvPr id="0" name=""/>
        <dsp:cNvSpPr/>
      </dsp:nvSpPr>
      <dsp:spPr>
        <a:xfrm>
          <a:off x="1997537" y="542154"/>
          <a:ext cx="41845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8450" y="45720"/>
              </a:lnTo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195536" y="585629"/>
        <a:ext cx="22452" cy="4490"/>
      </dsp:txXfrm>
    </dsp:sp>
    <dsp:sp modelId="{7BFCE165-F848-442D-BB18-4F7C2F842C08}">
      <dsp:nvSpPr>
        <dsp:cNvPr id="0" name=""/>
        <dsp:cNvSpPr/>
      </dsp:nvSpPr>
      <dsp:spPr>
        <a:xfrm>
          <a:off x="46942" y="2155"/>
          <a:ext cx="1952395" cy="11714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>
              <a:solidFill>
                <a:schemeClr val="tx1">
                  <a:lumMod val="95000"/>
                  <a:lumOff val="5000"/>
                </a:schemeClr>
              </a:solidFill>
            </a:rPr>
            <a:t>Fast Delivery</a:t>
          </a:r>
        </a:p>
      </dsp:txBody>
      <dsp:txXfrm>
        <a:off x="46942" y="2155"/>
        <a:ext cx="1952395" cy="1171437"/>
      </dsp:txXfrm>
    </dsp:sp>
    <dsp:sp modelId="{5033843A-01C8-4B4C-B3AD-F10628FFD6A4}">
      <dsp:nvSpPr>
        <dsp:cNvPr id="0" name=""/>
        <dsp:cNvSpPr/>
      </dsp:nvSpPr>
      <dsp:spPr>
        <a:xfrm>
          <a:off x="1023139" y="1171792"/>
          <a:ext cx="2401446" cy="418450"/>
        </a:xfrm>
        <a:custGeom>
          <a:avLst/>
          <a:gdLst/>
          <a:ahLst/>
          <a:cxnLst/>
          <a:rect l="0" t="0" r="0" b="0"/>
          <a:pathLst>
            <a:path>
              <a:moveTo>
                <a:pt x="2401446" y="0"/>
              </a:moveTo>
              <a:lnTo>
                <a:pt x="2401446" y="226325"/>
              </a:lnTo>
              <a:lnTo>
                <a:pt x="0" y="226325"/>
              </a:lnTo>
              <a:lnTo>
                <a:pt x="0" y="418450"/>
              </a:lnTo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162786" y="1378773"/>
        <a:ext cx="122153" cy="4490"/>
      </dsp:txXfrm>
    </dsp:sp>
    <dsp:sp modelId="{94CD62A8-E802-4D05-92C9-BD9BD16B61B9}">
      <dsp:nvSpPr>
        <dsp:cNvPr id="0" name=""/>
        <dsp:cNvSpPr/>
      </dsp:nvSpPr>
      <dsp:spPr>
        <a:xfrm>
          <a:off x="2448388" y="2155"/>
          <a:ext cx="1952395" cy="11714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>
              <a:solidFill>
                <a:schemeClr val="tx1">
                  <a:lumMod val="95000"/>
                  <a:lumOff val="5000"/>
                </a:schemeClr>
              </a:solidFill>
            </a:rPr>
            <a:t>Good Service</a:t>
          </a:r>
        </a:p>
      </dsp:txBody>
      <dsp:txXfrm>
        <a:off x="2448388" y="2155"/>
        <a:ext cx="1952395" cy="1171437"/>
      </dsp:txXfrm>
    </dsp:sp>
    <dsp:sp modelId="{5246FC23-D038-4E75-997F-4AA6E55D4177}">
      <dsp:nvSpPr>
        <dsp:cNvPr id="0" name=""/>
        <dsp:cNvSpPr/>
      </dsp:nvSpPr>
      <dsp:spPr>
        <a:xfrm>
          <a:off x="1997537" y="2162642"/>
          <a:ext cx="41845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8450" y="45720"/>
              </a:lnTo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195536" y="2206117"/>
        <a:ext cx="22452" cy="4490"/>
      </dsp:txXfrm>
    </dsp:sp>
    <dsp:sp modelId="{2783802B-16B5-49C8-8D4C-1E04EDBDE8B2}">
      <dsp:nvSpPr>
        <dsp:cNvPr id="0" name=""/>
        <dsp:cNvSpPr/>
      </dsp:nvSpPr>
      <dsp:spPr>
        <a:xfrm>
          <a:off x="46942" y="1622643"/>
          <a:ext cx="1952395" cy="11714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>
              <a:solidFill>
                <a:schemeClr val="tx1">
                  <a:lumMod val="95000"/>
                  <a:lumOff val="5000"/>
                </a:schemeClr>
              </a:solidFill>
            </a:rPr>
            <a:t>User Friendly App</a:t>
          </a:r>
        </a:p>
      </dsp:txBody>
      <dsp:txXfrm>
        <a:off x="46942" y="1622643"/>
        <a:ext cx="1952395" cy="1171437"/>
      </dsp:txXfrm>
    </dsp:sp>
    <dsp:sp modelId="{99ED54E0-E5C8-49E9-92E6-821A8ECE1387}">
      <dsp:nvSpPr>
        <dsp:cNvPr id="0" name=""/>
        <dsp:cNvSpPr/>
      </dsp:nvSpPr>
      <dsp:spPr>
        <a:xfrm>
          <a:off x="1023139" y="2792281"/>
          <a:ext cx="2401446" cy="418450"/>
        </a:xfrm>
        <a:custGeom>
          <a:avLst/>
          <a:gdLst/>
          <a:ahLst/>
          <a:cxnLst/>
          <a:rect l="0" t="0" r="0" b="0"/>
          <a:pathLst>
            <a:path>
              <a:moveTo>
                <a:pt x="2401446" y="0"/>
              </a:moveTo>
              <a:lnTo>
                <a:pt x="2401446" y="226325"/>
              </a:lnTo>
              <a:lnTo>
                <a:pt x="0" y="226325"/>
              </a:lnTo>
              <a:lnTo>
                <a:pt x="0" y="418450"/>
              </a:lnTo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162786" y="2999261"/>
        <a:ext cx="122153" cy="4490"/>
      </dsp:txXfrm>
    </dsp:sp>
    <dsp:sp modelId="{C837F70B-DACB-492A-98BD-C6F746F1D866}">
      <dsp:nvSpPr>
        <dsp:cNvPr id="0" name=""/>
        <dsp:cNvSpPr/>
      </dsp:nvSpPr>
      <dsp:spPr>
        <a:xfrm>
          <a:off x="2448388" y="1622643"/>
          <a:ext cx="1952395" cy="11714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>
              <a:solidFill>
                <a:schemeClr val="tx1">
                  <a:lumMod val="95000"/>
                  <a:lumOff val="5000"/>
                </a:schemeClr>
              </a:solidFill>
            </a:rPr>
            <a:t>Responsible Delivery Partners</a:t>
          </a:r>
        </a:p>
      </dsp:txBody>
      <dsp:txXfrm>
        <a:off x="2448388" y="1622643"/>
        <a:ext cx="1952395" cy="1171437"/>
      </dsp:txXfrm>
    </dsp:sp>
    <dsp:sp modelId="{CD9D4CD1-9613-45AC-AEC4-9663723970EA}">
      <dsp:nvSpPr>
        <dsp:cNvPr id="0" name=""/>
        <dsp:cNvSpPr/>
      </dsp:nvSpPr>
      <dsp:spPr>
        <a:xfrm>
          <a:off x="46942" y="3243132"/>
          <a:ext cx="1952395" cy="11714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>
              <a:solidFill>
                <a:schemeClr val="tx1">
                  <a:lumMod val="95000"/>
                  <a:lumOff val="5000"/>
                </a:schemeClr>
              </a:solidFill>
            </a:rPr>
            <a:t>Quality Products</a:t>
          </a:r>
        </a:p>
      </dsp:txBody>
      <dsp:txXfrm>
        <a:off x="46942" y="3243132"/>
        <a:ext cx="1952395" cy="117143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18B6240-78DA-093E-542D-EA8232A522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F21978-CD08-4DE4-0B35-D8E00EB982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1042AC-E7EB-4533-80AB-C3850196CED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733651-3489-31BD-ED31-0609855FBC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61A6A1-1395-B89B-42E0-2208966D9FB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D1E2F7-14E3-4821-A409-B7BC1E274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60621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863BC9-3C98-4AB2-8802-02853E289FB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2E5B5A-C175-4C17-879C-A25F50F47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428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Image source: Microsoft 365 content library
Business analysis identifies organizational needs and recommends solutions to drive success. It involves gathering and interpreting data to inform decision-making and optimize processes. Effective business analysis helps reduce risks, improve efficiency, and supports strategic planning, ensuring companies stay competitive in a dynamic marketplace.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E5B5A-C175-4C17-879C-A25F50F472D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2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359139-99F8-4B6E-8834-95F2B9D91EE4}" type="datetime1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60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7129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9FB602-DB7A-4B0E-854D-FB51F38BB0AA}" type="datetime1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871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35E5011-9B67-D528-E120-F5ABBF8FE5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25" r="1082" b="9618"/>
          <a:stretch>
            <a:fillRect/>
          </a:stretch>
        </p:blipFill>
        <p:spPr>
          <a:xfrm>
            <a:off x="-13716" y="0"/>
            <a:ext cx="12205716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C9965342-2954-67DF-2693-F39C0B9F8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426598"/>
            <a:ext cx="9942409" cy="671387"/>
          </a:xfrm>
        </p:spPr>
        <p:txBody>
          <a:bodyPr/>
          <a:lstStyle>
            <a:lvl1pPr>
              <a:defRPr sz="4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FEB4B13F-216B-09EA-9E05-12FBA70B8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413" y="1097985"/>
            <a:ext cx="3704199" cy="1035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8793" y="6357493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36185" y="6357493"/>
            <a:ext cx="225864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72F7A5-01BF-4366-9757-1F523CD5236A}" type="datetime1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57493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954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056372A1-E778-B10F-98CF-995841167A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84" t="9400" r="1623" b="307"/>
          <a:stretch>
            <a:fillRect/>
          </a:stretch>
        </p:blipFill>
        <p:spPr>
          <a:xfrm>
            <a:off x="0" y="875"/>
            <a:ext cx="12192000" cy="6857125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7D2650CC-89A0-A174-E856-05805DBC0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356684"/>
            <a:ext cx="6346974" cy="2667527"/>
          </a:xfrm>
        </p:spPr>
        <p:txBody>
          <a:bodyPr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1E66F2C5-A94C-40FD-0A7D-A7D69599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414" y="5266344"/>
            <a:ext cx="3291920" cy="98205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22117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22117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9FB602-DB7A-4B0E-854D-FB51F38BB0AA}" type="datetime1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526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red and purple light&#10;&#10;AI-generated content may be incorrect.">
            <a:extLst>
              <a:ext uri="{FF2B5EF4-FFF2-40B4-BE49-F238E27FC236}">
                <a16:creationId xmlns:a16="http://schemas.microsoft.com/office/drawing/2014/main" id="{34DC879D-8888-CA20-363B-ADD601ABDB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" t="34949" r="91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3491" y="2122471"/>
            <a:ext cx="7348909" cy="167264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16399" y="2122470"/>
            <a:ext cx="2052235" cy="167264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2284" y="233990"/>
            <a:ext cx="257868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6573"/>
            <a:ext cx="15621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92309C-B050-4356-96E7-0276C1563BD7}" type="datetime1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400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86116429-CFD9-2016-C240-A97B232DE4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11" t="2700" r="25757" b="19631"/>
          <a:stretch>
            <a:fillRect/>
          </a:stretch>
        </p:blipFill>
        <p:spPr>
          <a:xfrm rot="10800000" flipH="1">
            <a:off x="0" y="-1713"/>
            <a:ext cx="1220571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693" y="2705100"/>
            <a:ext cx="11562393" cy="41529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115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3135" y="564350"/>
            <a:ext cx="3645744" cy="905862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9462" y="197680"/>
            <a:ext cx="256177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06100" y="209088"/>
            <a:ext cx="102298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FF4B2E-F868-48E9-9355-A1AA601AAA8B}" type="datetime1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031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6AD7145-734D-256B-1335-1014B6A32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952" cy="3429000"/>
          </a:xfrm>
          <a:gradFill>
            <a:gsLst>
              <a:gs pos="55000">
                <a:srgbClr val="000000">
                  <a:alpha val="53000"/>
                </a:srgbClr>
              </a:gs>
              <a:gs pos="87000">
                <a:srgbClr val="000000">
                  <a:alpha val="63922"/>
                </a:srgbClr>
              </a:gs>
              <a:gs pos="23000">
                <a:srgbClr val="000000">
                  <a:alpha val="0"/>
                </a:srgbClr>
              </a:gs>
            </a:gsLst>
            <a:lin ang="15900000" scaled="0"/>
          </a:gradFill>
        </p:spPr>
        <p:txBody>
          <a:bodyPr lIns="457200" tIns="685800" rIns="5029200" bIns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C312AD0-A2D2-0388-F1F0-E17A9F789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24192" y="-1"/>
            <a:ext cx="3740652" cy="3050627"/>
          </a:xfrm>
        </p:spPr>
        <p:txBody>
          <a:bodyPr vert="horz" lIns="594360" tIns="685800" rIns="320040" bIns="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19100" y="220344"/>
            <a:ext cx="255270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10065" y="219456"/>
            <a:ext cx="190500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1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288609" y="215988"/>
            <a:ext cx="555948" cy="33719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023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EDC0447-22FD-BF05-BC68-3FDEDEDFC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5323784" cy="6858000"/>
          </a:xfrm>
          <a:gradFill>
            <a:gsLst>
              <a:gs pos="41000">
                <a:srgbClr val="000000">
                  <a:alpha val="46000"/>
                </a:srgbClr>
              </a:gs>
              <a:gs pos="71000">
                <a:srgbClr val="000000">
                  <a:alpha val="58000"/>
                </a:srgbClr>
              </a:gs>
              <a:gs pos="100000">
                <a:srgbClr val="000000">
                  <a:alpha val="61000"/>
                </a:srgbClr>
              </a:gs>
              <a:gs pos="10000">
                <a:srgbClr val="000000">
                  <a:alpha val="0"/>
                </a:srgbClr>
              </a:gs>
            </a:gsLst>
            <a:lin ang="10800000" scaled="0"/>
          </a:gradFill>
        </p:spPr>
        <p:txBody>
          <a:bodyPr lIns="457200" tIns="1371600" rIns="822960" bIns="91440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A1999F2-A538-F369-DF48-BB68DFFF8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099" y="6032498"/>
            <a:ext cx="4419599" cy="579757"/>
          </a:xfrm>
        </p:spPr>
        <p:txBody>
          <a:bodyPr vert="horz" lIns="91440" tIns="0" rIns="91440" bIns="0" rtlCol="0" anchor="t">
            <a:normAutofit/>
          </a:bodyPr>
          <a:lstStyle>
            <a:lvl1pPr marL="0" indent="0">
              <a:lnSpc>
                <a:spcPct val="120000"/>
              </a:lnSpc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19100" y="220344"/>
            <a:ext cx="255270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01100" y="213072"/>
            <a:ext cx="190500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1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5988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70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1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386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4643" y="1114447"/>
            <a:ext cx="5442757" cy="292152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5468" y="4993008"/>
            <a:ext cx="3972704" cy="124799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605" y="215057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5989" y="215057"/>
            <a:ext cx="15370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8EA85A9-CA9F-4339-89EF-28F09ED3FE86}" type="datetime1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1909" y="215057"/>
            <a:ext cx="540412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8C1F583-2497-2836-36DF-2076DFFFBA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83830" y="1181100"/>
            <a:ext cx="4408170" cy="5701208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44259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12872" y="1115568"/>
            <a:ext cx="2960028" cy="368476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4423" y="5004262"/>
            <a:ext cx="2968477" cy="124413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597858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12872" y="219456"/>
            <a:ext cx="1550328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D904F51-6E72-42BA-AFA1-975939F2ADF3}" type="datetime1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3129" y="219456"/>
            <a:ext cx="539588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84B0817-C121-ACE0-AD00-44CE3924177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1181099"/>
            <a:ext cx="8367452" cy="5685213"/>
          </a:xfrm>
          <a:custGeom>
            <a:avLst/>
            <a:gdLst>
              <a:gd name="connsiteX0" fmla="*/ 0 w 6769976"/>
              <a:gd name="connsiteY0" fmla="*/ 0 h 5895164"/>
              <a:gd name="connsiteX1" fmla="*/ 6769976 w 6769976"/>
              <a:gd name="connsiteY1" fmla="*/ 0 h 5895164"/>
              <a:gd name="connsiteX2" fmla="*/ 6769976 w 6769976"/>
              <a:gd name="connsiteY2" fmla="*/ 5895164 h 5895164"/>
              <a:gd name="connsiteX3" fmla="*/ 0 w 6769976"/>
              <a:gd name="connsiteY3" fmla="*/ 5895164 h 5895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9976" h="5895164">
                <a:moveTo>
                  <a:pt x="0" y="0"/>
                </a:moveTo>
                <a:lnTo>
                  <a:pt x="6769976" y="0"/>
                </a:lnTo>
                <a:lnTo>
                  <a:pt x="6769976" y="5895164"/>
                </a:lnTo>
                <a:lnTo>
                  <a:pt x="0" y="5895164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4302621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6903" y="4822407"/>
            <a:ext cx="6925432" cy="135134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3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35224" y="4822406"/>
            <a:ext cx="2724238" cy="1351342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78C40B5-A026-132B-C915-2335F94E4A5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866900" y="0"/>
            <a:ext cx="10325100" cy="4653649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76903" y="6447496"/>
            <a:ext cx="21403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224" y="6451888"/>
            <a:ext cx="1581238" cy="338328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  <a:effectLst/>
              </a:defRPr>
            </a:lvl1pPr>
          </a:lstStyle>
          <a:p>
            <a:fld id="{096358FC-80A5-41A4-8D07-88F12E18DF82}" type="datetime1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0357" y="6451888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4020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06E0F-42A5-451E-8A36-26756F7C34E0}" type="datetime1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51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pink and purple light&#10;&#10;AI-generated content may be incorrect.">
            <a:extLst>
              <a:ext uri="{FF2B5EF4-FFF2-40B4-BE49-F238E27FC236}">
                <a16:creationId xmlns:a16="http://schemas.microsoft.com/office/drawing/2014/main" id="{B984133B-2ACD-DC2E-DD48-CC86F40637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6416" y="219456"/>
            <a:ext cx="1494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06E0F-42A5-451E-8A36-26756F7C34E0}" type="datetime1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3439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922ABD-C052-4D3A-818B-C58AFC20B321}" type="datetime1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1338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8AD56A61-7CC3-3597-02EB-CC5DE117DB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58" t="8959" r="915" b="25228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7" y="915709"/>
            <a:ext cx="11404534" cy="1604654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922ABD-C052-4D3A-818B-C58AFC20B321}" type="datetime1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72400" y="2705100"/>
            <a:ext cx="4000500" cy="368202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87234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8FC9B1-6F61-4A8F-9F5E-715654075A93}" type="datetime1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 dirty="0"/>
              <a:t>Click to edit Master text styles</a:t>
            </a:r>
          </a:p>
          <a:p>
            <a:pPr marL="228600" lvl="1" indent="-228600"/>
            <a:r>
              <a:rPr lang="en-US" dirty="0"/>
              <a:t>Second level</a:t>
            </a:r>
          </a:p>
          <a:p>
            <a:pPr marL="228600" lvl="2" indent="-228600"/>
            <a:r>
              <a:rPr lang="en-US" dirty="0"/>
              <a:t>Third level</a:t>
            </a:r>
          </a:p>
          <a:p>
            <a:pPr marL="228600" lvl="3" indent="-228600"/>
            <a:r>
              <a:rPr lang="en-US" dirty="0"/>
              <a:t>Fourth level</a:t>
            </a:r>
          </a:p>
          <a:p>
            <a:pPr marL="228600" lvl="4" indent="-228600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70317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BA44554C-C893-3987-6CAA-1AE3D3275A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88" r="1" b="13701"/>
          <a:stretch>
            <a:fillRect/>
          </a:stretch>
        </p:blipFill>
        <p:spPr>
          <a:xfrm rot="5400000" flipV="1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762539"/>
            <a:ext cx="3987207" cy="2073091"/>
          </a:xfrm>
        </p:spPr>
        <p:txBody>
          <a:bodyPr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1993" y="214858"/>
            <a:ext cx="15227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034B68-E20D-4A56-8B99-0EF3081FA97A}" type="datetime1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51993" y="1762539"/>
            <a:ext cx="3482340" cy="207309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1"/>
                </a:solidFill>
              </a:defRPr>
            </a:lvl1pPr>
            <a:lvl2pPr marL="228600" indent="0">
              <a:buNone/>
              <a:defRPr lang="en-US" dirty="0">
                <a:solidFill>
                  <a:schemeClr val="tx1"/>
                </a:solidFill>
              </a:defRPr>
            </a:lvl2pPr>
            <a:lvl3pPr marL="457200" indent="0">
              <a:buNone/>
              <a:defRPr lang="en-US" dirty="0">
                <a:solidFill>
                  <a:schemeClr val="tx1"/>
                </a:solidFill>
              </a:defRPr>
            </a:lvl3pPr>
            <a:lvl4pPr marL="685800" indent="0">
              <a:buNone/>
              <a:defRPr lang="en-US" dirty="0">
                <a:solidFill>
                  <a:schemeClr val="tx1"/>
                </a:solidFill>
              </a:defRPr>
            </a:lvl4pPr>
            <a:lvl5pPr marL="914400" indent="0">
              <a:buNone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801589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B193FB30-082C-50CD-EEC9-7D410FFB62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8257" t="5088" r="86" b="21926"/>
          <a:stretch>
            <a:fillRect/>
          </a:stretch>
        </p:blipFill>
        <p:spPr>
          <a:xfrm flipH="1">
            <a:off x="0" y="0"/>
            <a:ext cx="12192000" cy="68551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4380" y="1276990"/>
            <a:ext cx="5385079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12904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980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2904" y="2471736"/>
            <a:ext cx="5385079" cy="349312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88966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93514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A9C84165-A857-83C5-C6BE-C4EB68C906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59"/>
          <a:stretch>
            <a:fillRect/>
          </a:stretch>
        </p:blipFill>
        <p:spPr>
          <a:xfrm flipH="1">
            <a:off x="0" y="2040834"/>
            <a:ext cx="12192000" cy="48171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1946412"/>
            <a:ext cx="2971800" cy="3192118"/>
          </a:xfrm>
        </p:spPr>
        <p:txBody>
          <a:bodyPr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14858"/>
            <a:ext cx="2452852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8C06331-6E41-42DD-926E-C670E485C891}" type="datetime1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980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38700" y="1946413"/>
            <a:ext cx="5189220" cy="319211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66498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CB2F34-49A1-4C07-91D5-90BE967306D3}" type="datetime1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66005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8" y="1828800"/>
            <a:ext cx="8496302" cy="1010093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30B0CD9-4253-4E22-9BCD-0DF67297DF8E}" type="datetime1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66900" y="3168292"/>
            <a:ext cx="8496300" cy="262540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79987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26457"/>
            <a:ext cx="3667167" cy="288928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7677" y="214858"/>
            <a:ext cx="1522740" cy="338328"/>
          </a:xfrm>
        </p:spPr>
        <p:txBody>
          <a:bodyPr/>
          <a:lstStyle/>
          <a:p>
            <a:fld id="{81C379B3-3585-4FAF-BD63-57B9BB47E12C}" type="datetime1">
              <a:rPr lang="en-US" smtClean="0"/>
              <a:t>3/8/2026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258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57677" y="1126457"/>
            <a:ext cx="5848423" cy="512194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224968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26457"/>
            <a:ext cx="2920407" cy="288928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1811877" cy="338328"/>
          </a:xfrm>
        </p:spPr>
        <p:txBody>
          <a:bodyPr/>
          <a:lstStyle/>
          <a:p>
            <a:fld id="{81C379B3-3585-4FAF-BD63-57B9BB47E12C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258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55523" y="1126457"/>
            <a:ext cx="7503203" cy="512194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76255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4EE7FE5-A250-423F-B9E1-3EE5D07A8055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5743087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5467" y="1115568"/>
            <a:ext cx="2505264" cy="162412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15467" y="215823"/>
            <a:ext cx="189925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4EE7FE5-A250-423F-B9E1-3EE5D07A8055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650" y="215823"/>
            <a:ext cx="538545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1181100"/>
            <a:ext cx="8356833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15467" y="3646713"/>
            <a:ext cx="2505264" cy="27286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72899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48B2456C-66BE-435E-8059-3A9CD55F29F9}" type="datetime1">
              <a:rPr lang="en-US" smtClean="0"/>
              <a:t>3/8/2026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6853582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17409D93-5111-4952-AC4F-FA1AE909A4B8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07995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7906" y="1115568"/>
            <a:ext cx="3608254" cy="138958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4791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7905" y="219456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90D2F5B-FA0B-4BE5-A43F-B1BC737359C6}" type="datetime1">
              <a:rPr lang="en-US" smtClean="0"/>
              <a:t>3/8/2026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63D2D48-CE58-FD80-93F7-B87C97B9040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7336219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77904" y="2705100"/>
            <a:ext cx="3608255" cy="3733800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99711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43E10B2-AFF3-4A4A-BC83-5BB137C878CB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32533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1115568"/>
            <a:ext cx="4643555" cy="160020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5546"/>
            <a:ext cx="2478874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399" y="208604"/>
            <a:ext cx="245079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3D817FD-3A47-446D-9853-4CD5CA57130C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A4BFBD2-FAF6-BBCA-8426-AB0631D8CFC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4766" y="1181100"/>
            <a:ext cx="5352086" cy="2615648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67398" y="4055164"/>
            <a:ext cx="5449453" cy="219323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271343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C1935215-257D-4F50-AF56-70E3294947FA}" type="datetime1">
              <a:rPr lang="en-US" smtClean="0"/>
              <a:t>3/8/2026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68249809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2B0E3CDF-6E7C-4C67-B567-8606B07963A0}" type="datetime1">
              <a:rPr lang="en-US" smtClean="0"/>
              <a:t>3/8/2026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08604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1" y="1115568"/>
            <a:ext cx="2514599" cy="2463733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5546"/>
            <a:ext cx="251460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4832" y="208604"/>
            <a:ext cx="147386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E423F1-C154-447D-8038-21B94CB501EB}" type="datetime1">
              <a:rPr lang="en-US" smtClean="0"/>
              <a:t>3/8/2026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64833" y="1106780"/>
            <a:ext cx="8286147" cy="246373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A4BFBD2-FAF6-BBCA-8426-AB0631D8CFC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49057" y="4159154"/>
            <a:ext cx="8742943" cy="2698845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87085382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1" y="1115568"/>
            <a:ext cx="2514599" cy="2463733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5546"/>
            <a:ext cx="251460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4832" y="208604"/>
            <a:ext cx="147386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E423F1-C154-447D-8038-21B94CB501EB}" type="datetime1">
              <a:rPr lang="en-US" smtClean="0"/>
              <a:t>3/8/2026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64834" y="1106780"/>
            <a:ext cx="8408066" cy="246373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A4BFBD2-FAF6-BBCA-8426-AB0631D8CFC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4159154"/>
            <a:ext cx="12192000" cy="2698845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3101644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5060FE60-4389-4D8B-84BB-900FC000024C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8521357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602" y="1115568"/>
            <a:ext cx="6931698" cy="100283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154" y="216914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884825" y="216914"/>
            <a:ext cx="2338650" cy="338328"/>
          </a:xfrm>
        </p:spPr>
        <p:txBody>
          <a:bodyPr/>
          <a:lstStyle/>
          <a:p>
            <a:fld id="{CDFDD458-C945-484A-9891-FE9FDA97486D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010" y="216914"/>
            <a:ext cx="557090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1601" y="2133600"/>
            <a:ext cx="6931699" cy="43053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6075FF6-E149-1A82-B924-97E715A8DF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982262" y="1184555"/>
            <a:ext cx="4209738" cy="5673445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5174338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15568"/>
            <a:ext cx="3496809" cy="307072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562100" cy="338328"/>
          </a:xfrm>
        </p:spPr>
        <p:txBody>
          <a:bodyPr/>
          <a:lstStyle/>
          <a:p>
            <a:fld id="{94725937-D428-4BAE-A05C-202DA13E49D5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29695" y="1193656"/>
            <a:ext cx="3962400" cy="5664344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23960" y="1122776"/>
            <a:ext cx="2717800" cy="53161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092603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15568"/>
            <a:ext cx="2515758" cy="294642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399" y="214858"/>
            <a:ext cx="1718441" cy="338328"/>
          </a:xfrm>
        </p:spPr>
        <p:txBody>
          <a:bodyPr/>
          <a:lstStyle/>
          <a:p>
            <a:fld id="{709FB1D6-B85F-447E-8712-A80ECD75AAB1}" type="datetime1">
              <a:rPr lang="en-US" smtClean="0"/>
              <a:t>3/8/2026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1696" y="214858"/>
            <a:ext cx="53852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798" y="1104900"/>
            <a:ext cx="3756213" cy="51435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AC86244-A1E7-A69F-206A-B47C58B746B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43347" y="1181100"/>
            <a:ext cx="4348653" cy="5676899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57716763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6709B22-BFE8-4BFE-80D5-4133DC0C2AC6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371263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BFCE55E5-7E1C-4243-A685-91A6EB8BE97F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993752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AFD96D-C3CB-4F44-8CE3-582861660F11}" type="datetime1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4071668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5586A49A-95E2-7B45-57DD-762AFFF194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2" t="-1" r="2873" b="7130"/>
          <a:stretch>
            <a:fillRect/>
          </a:stretch>
        </p:blipFill>
        <p:spPr>
          <a:xfrm rot="10800000" flipH="1" flipV="1">
            <a:off x="0" y="-1"/>
            <a:ext cx="12192000" cy="68551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5144654"/>
            <a:ext cx="5435008" cy="129424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00000"/>
              </a:lnSpc>
              <a:defRPr lang="en-US" sz="2000" spc="-5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60BA8B-5FF3-49A6-9895-94F61A8CE576}" type="datetime1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3AAB847-04D8-7C24-A07E-65F280B26D5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4488" y="552450"/>
            <a:ext cx="11498262" cy="3937000"/>
          </a:xfrm>
        </p:spPr>
        <p:txBody>
          <a:bodyPr anchor="b"/>
          <a:lstStyle>
            <a:lvl1pPr>
              <a:defRPr sz="27500"/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76713999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C39E5039-4CEB-24E7-A2E7-F7D46B2D8B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898"/>
            <a:ext cx="12223173" cy="688164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50697A7-9277-BB02-6AE2-42676133D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802640"/>
            <a:ext cx="4000500" cy="1137920"/>
          </a:xfrm>
        </p:spPr>
        <p:txBody>
          <a:bodyPr/>
          <a:lstStyle>
            <a:lvl1pPr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DDFA7E-E414-422B-ACFF-8C3D6A1A67FB}" type="datetime1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C871739-B2C5-FF57-BBD7-3F61A35A3F3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58775" y="2684463"/>
            <a:ext cx="11414125" cy="4411662"/>
          </a:xfrm>
        </p:spPr>
        <p:txBody>
          <a:bodyPr lIns="0" tIns="0" rIns="0" bIns="0" anchor="b"/>
          <a:lstStyle>
            <a:lvl1pPr>
              <a:lnSpc>
                <a:spcPct val="85000"/>
              </a:lnSpc>
              <a:defRPr sz="305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99760101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332489-DC9C-40A3-89C4-AFC56B3B0CAB}" type="datetime1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1480015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red and purple light&#10;&#10;AI-generated content may be incorrect.">
            <a:extLst>
              <a:ext uri="{FF2B5EF4-FFF2-40B4-BE49-F238E27FC236}">
                <a16:creationId xmlns:a16="http://schemas.microsoft.com/office/drawing/2014/main" id="{2424DF04-0206-4859-9FB9-6A2579527E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8" t="38163" r="27927" b="109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0" y="219456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20200" y="219456"/>
            <a:ext cx="15227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B68620-47AE-4F32-A04B-1342501F877C}" type="datetime1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52800" y="1405719"/>
            <a:ext cx="7353300" cy="4012442"/>
          </a:xfrm>
        </p:spPr>
        <p:txBody>
          <a:bodyPr anchor="t">
            <a:normAutofit/>
          </a:bodyPr>
          <a:lstStyle>
            <a:lvl1pPr marL="0" indent="0">
              <a:lnSpc>
                <a:spcPct val="85000"/>
              </a:lnSpc>
              <a:buNone/>
              <a:defRPr sz="54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8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236271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06D2715B-CAEE-9AAB-7191-D98012435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5" r="1125" b="21235"/>
          <a:stretch>
            <a:fillRect/>
          </a:stretch>
        </p:blipFill>
        <p:spPr>
          <a:xfrm rot="10800000">
            <a:off x="0" y="875"/>
            <a:ext cx="12192000" cy="68571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38700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A8EBD6-625B-484B-BC25-3573CF53D407}" type="datetime1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38700" y="1740023"/>
            <a:ext cx="6310269" cy="4637725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48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28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24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579418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332489-DC9C-40A3-89C4-AFC56B3B0CAB}" type="datetime1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133600"/>
            <a:ext cx="9393641" cy="4305299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72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5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8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060264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03F4C9-1C82-4616-8D26-0B0587291200}" type="datetime1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57032959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027268CA-0348-F6FC-5FB0-87BADE436A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2" r="20481"/>
          <a:stretch>
            <a:fillRect/>
          </a:stretch>
        </p:blipFill>
        <p:spPr>
          <a:xfrm rot="5400000" flipH="1">
            <a:off x="2667001" y="-2667001"/>
            <a:ext cx="6858000" cy="12192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392" y="5226427"/>
            <a:ext cx="8382001" cy="837861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14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DCC6FE3-E805-41B1-96EC-B0B83218C881}" type="datetime1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2392" y="2017401"/>
            <a:ext cx="8368707" cy="2981163"/>
          </a:xfr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75706724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olorful light on a black background&#10;&#10;AI-generated content may be incorrect.">
            <a:extLst>
              <a:ext uri="{FF2B5EF4-FFF2-40B4-BE49-F238E27FC236}">
                <a16:creationId xmlns:a16="http://schemas.microsoft.com/office/drawing/2014/main" id="{F0687863-E84B-D6E2-6049-AF65BB197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1115568"/>
            <a:ext cx="12192000" cy="57424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982" y="5029200"/>
            <a:ext cx="8347118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1400" b="0" cap="all" spc="-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DBB5726-A743-47D1-86E4-46BB349D0446}" type="datetime1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3982" y="1115568"/>
            <a:ext cx="8347118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69693105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52439AE8-E053-A902-BEE2-9CECF6AEA2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769" t="8943" r="104" b="13677"/>
          <a:stretch>
            <a:fillRect/>
          </a:stretch>
        </p:blipFill>
        <p:spPr>
          <a:xfrm>
            <a:off x="0" y="0"/>
            <a:ext cx="12192000" cy="685712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DFF10A2-0E03-73DB-5224-98043612F7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791" y="5151120"/>
            <a:ext cx="5446609" cy="806517"/>
          </a:xfrm>
        </p:spPr>
        <p:txBody>
          <a:bodyPr anchor="ctr"/>
          <a:lstStyle>
            <a:lvl1pPr>
              <a:defRPr sz="140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F47579-571B-45A3-BDCA-E2964689F659}" type="datetime1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501541"/>
            <a:ext cx="7342632" cy="3397064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  <a:defRPr sz="43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67589232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6436" y="4671787"/>
            <a:ext cx="7179129" cy="1028700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26E2CA6-CB6A-465C-BAA7-384FD497485D}" type="datetime1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06435" y="1623265"/>
            <a:ext cx="7179130" cy="3048522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62307385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38C42AE-61C6-458B-86C3-22D39A5E8956}" type="datetime1">
              <a:rPr lang="en-US" smtClean="0"/>
              <a:pPr/>
              <a:t>3/8/2026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164235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D71BEE-9C65-4D84-970B-0B47E929926B}" type="datetime1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098387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FCF02-D35E-46A4-B7A1-1A2B81F8D932}" type="datetime1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72946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57AF51-4D04-4E0C-B33D-81940CAB4B07}" type="datetime1">
              <a:rPr lang="en-US" smtClean="0"/>
              <a:pPr/>
              <a:t>3/8/2026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3252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15568"/>
            <a:ext cx="3363393" cy="1371600"/>
          </a:xfrm>
        </p:spPr>
        <p:txBody>
          <a:bodyPr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495C13-5B9F-4AD1-A2E2-FB0B577AF6CA}" type="datetime1">
              <a:rPr lang="en-US" smtClean="0"/>
              <a:pPr/>
              <a:t>3/8/2026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2393" y="2563585"/>
            <a:ext cx="3363393" cy="3684815"/>
          </a:xfrm>
        </p:spPr>
        <p:txBody>
          <a:bodyPr anchor="b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8700" y="1104900"/>
            <a:ext cx="6934200" cy="520128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400" dirty="0">
                <a:solidFill>
                  <a:schemeClr val="tx1"/>
                </a:solidFill>
              </a:defRPr>
            </a:lvl1pPr>
            <a:lvl2pPr>
              <a:defRPr lang="en-US" sz="1200" dirty="0">
                <a:solidFill>
                  <a:schemeClr val="tx1"/>
                </a:solidFill>
              </a:defRPr>
            </a:lvl2pPr>
            <a:lvl3pPr>
              <a:defRPr lang="en-US" sz="12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986717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104901"/>
            <a:ext cx="2932434" cy="1600200"/>
          </a:xfrm>
        </p:spPr>
        <p:txBody>
          <a:bodyPr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01692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19456"/>
            <a:ext cx="142984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189146-EED2-4B95-95A3-EC3C7CBF180D}" type="datetime1">
              <a:rPr lang="en-US" smtClean="0"/>
              <a:pPr/>
              <a:t>3/8/2026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7593" y="216280"/>
            <a:ext cx="56063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66900" y="3345180"/>
            <a:ext cx="2620859" cy="309372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A723B90-4D46-48FC-60FC-714099462E4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924129" y="1104900"/>
            <a:ext cx="7267870" cy="5753100"/>
          </a:xfrm>
          <a:custGeom>
            <a:avLst/>
            <a:gdLst>
              <a:gd name="connsiteX0" fmla="*/ 0 w 7353300"/>
              <a:gd name="connsiteY0" fmla="*/ 0 h 5901550"/>
              <a:gd name="connsiteX1" fmla="*/ 7353300 w 7353300"/>
              <a:gd name="connsiteY1" fmla="*/ 0 h 5901550"/>
              <a:gd name="connsiteX2" fmla="*/ 7353300 w 7353300"/>
              <a:gd name="connsiteY2" fmla="*/ 5901550 h 5901550"/>
              <a:gd name="connsiteX3" fmla="*/ 0 w 7353300"/>
              <a:gd name="connsiteY3" fmla="*/ 5901550 h 590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53300" h="5901550">
                <a:moveTo>
                  <a:pt x="0" y="0"/>
                </a:moveTo>
                <a:lnTo>
                  <a:pt x="7353300" y="0"/>
                </a:lnTo>
                <a:lnTo>
                  <a:pt x="7353300" y="5901550"/>
                </a:lnTo>
                <a:lnTo>
                  <a:pt x="0" y="590155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475306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DABFCF2-BE01-43CB-85B3-49CC0FE55050}" type="datetime1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098259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119A0F5-9D15-4E68-95BA-31AD4F5D84D0}" type="datetime1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820300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3908770"/>
      </p:ext>
    </p:extLst>
  </p:cSld>
  <p:clrMapOvr>
    <a:masterClrMapping/>
  </p:clrMapOvr>
  <p:hf hdr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911679"/>
      </p:ext>
    </p:extLst>
  </p:cSld>
  <p:clrMapOvr>
    <a:masterClrMapping/>
  </p:clrMapOvr>
  <p:hf hdr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342848"/>
      </p:ext>
    </p:extLst>
  </p:cSld>
  <p:clrMapOvr>
    <a:masterClrMapping/>
  </p:clrMapOvr>
  <p:hf hdr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230146"/>
      </p:ext>
    </p:extLst>
  </p:cSld>
  <p:clrMapOvr>
    <a:masterClrMapping/>
  </p:clrMapOvr>
  <p:hf hdr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750008"/>
      </p:ext>
    </p:extLst>
  </p:cSld>
  <p:clrMapOvr>
    <a:masterClrMapping/>
  </p:clrMapOvr>
  <p:hf hdr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CF02-D35E-46A4-B7A1-1A2B81F8D932}" type="datetime1">
              <a:rPr lang="en-US" smtClean="0"/>
              <a:pPr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39753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758314"/>
      </p:ext>
    </p:extLst>
  </p:cSld>
  <p:clrMapOvr>
    <a:masterClrMapping/>
  </p:clrMapOvr>
  <p:hf hdr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5C13-5B9F-4AD1-A2E2-FB0B577AF6CA}" type="datetime1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05134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9146-EED2-4B95-95A3-EC3C7CBF180D}" type="datetime1">
              <a:rPr lang="en-US" smtClean="0"/>
              <a:pPr/>
              <a:t>3/8/2026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55058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844781"/>
      </p:ext>
    </p:extLst>
  </p:cSld>
  <p:clrMapOvr>
    <a:masterClrMapping/>
  </p:clrMapOvr>
  <p:hf hdr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99748788"/>
      </p:ext>
    </p:extLst>
  </p:cSld>
  <p:clrMapOvr>
    <a:masterClrMapping/>
  </p:clrMapOvr>
  <p:hf hdr="0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07766"/>
      </p:ext>
    </p:extLst>
  </p:cSld>
  <p:clrMapOvr>
    <a:masterClrMapping/>
  </p:clrMapOvr>
  <p:hf hdr="0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77288587"/>
      </p:ext>
    </p:extLst>
  </p:cSld>
  <p:clrMapOvr>
    <a:masterClrMapping/>
  </p:clrMapOvr>
  <p:hf hdr="0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771137"/>
      </p:ext>
    </p:extLst>
  </p:cSld>
  <p:clrMapOvr>
    <a:masterClrMapping/>
  </p:clrMapOvr>
  <p:hf hdr="0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742168"/>
      </p:ext>
    </p:extLst>
  </p:cSld>
  <p:clrMapOvr>
    <a:masterClrMapping/>
  </p:clrMapOvr>
  <p:hf hdr="0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854444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6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79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Relationship Id="rId14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3599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6" r:id="rId1"/>
    <p:sldLayoutId id="2147483652" r:id="rId2"/>
    <p:sldLayoutId id="2147483733" r:id="rId3"/>
    <p:sldLayoutId id="2147483657" r:id="rId4"/>
    <p:sldLayoutId id="2147483744" r:id="rId5"/>
    <p:sldLayoutId id="2147483658" r:id="rId6"/>
    <p:sldLayoutId id="2147483732" r:id="rId7"/>
    <p:sldLayoutId id="2147483741" r:id="rId8"/>
    <p:sldLayoutId id="2147483760" r:id="rId9"/>
    <p:sldLayoutId id="2147483745" r:id="rId10"/>
    <p:sldLayoutId id="2147483654" r:id="rId11"/>
    <p:sldLayoutId id="2147483759" r:id="rId12"/>
    <p:sldLayoutId id="2147483707" r:id="rId13"/>
    <p:sldLayoutId id="2147483659" r:id="rId14"/>
    <p:sldLayoutId id="2147483764" r:id="rId15"/>
    <p:sldLayoutId id="2147483660" r:id="rId16"/>
    <p:sldLayoutId id="2147483765" r:id="rId17"/>
    <p:sldLayoutId id="2147483661" r:id="rId18"/>
    <p:sldLayoutId id="2147483662" r:id="rId19"/>
    <p:sldLayoutId id="2147483742" r:id="rId20"/>
    <p:sldLayoutId id="2147483746" r:id="rId21"/>
    <p:sldLayoutId id="2147483664" r:id="rId22"/>
    <p:sldLayoutId id="2147483663" r:id="rId23"/>
    <p:sldLayoutId id="2147483743" r:id="rId24"/>
    <p:sldLayoutId id="2147483666" r:id="rId25"/>
    <p:sldLayoutId id="2147483769" r:id="rId26"/>
    <p:sldLayoutId id="2147483676" r:id="rId27"/>
    <p:sldLayoutId id="2147483758" r:id="rId28"/>
    <p:sldLayoutId id="2147483680" r:id="rId29"/>
    <p:sldLayoutId id="2147483734" r:id="rId30"/>
    <p:sldLayoutId id="2147483671" r:id="rId31"/>
    <p:sldLayoutId id="2147483751" r:id="rId32"/>
    <p:sldLayoutId id="2147483675" r:id="rId33"/>
    <p:sldLayoutId id="2147483703" r:id="rId34"/>
    <p:sldLayoutId id="2147483752" r:id="rId35"/>
    <p:sldLayoutId id="2147483737" r:id="rId36"/>
    <p:sldLayoutId id="2147483753" r:id="rId37"/>
    <p:sldLayoutId id="2147483674" r:id="rId38"/>
    <p:sldLayoutId id="2147483702" r:id="rId39"/>
    <p:sldLayoutId id="2147483670" r:id="rId40"/>
    <p:sldLayoutId id="2147483735" r:id="rId41"/>
    <p:sldLayoutId id="2147483669" r:id="rId42"/>
    <p:sldLayoutId id="2147483682" r:id="rId43"/>
    <p:sldLayoutId id="2147483719" r:id="rId44"/>
    <p:sldLayoutId id="2147483686" r:id="rId45"/>
    <p:sldLayoutId id="2147483720" r:id="rId46"/>
    <p:sldLayoutId id="2147483768" r:id="rId47"/>
    <p:sldLayoutId id="2147483710" r:id="rId48"/>
    <p:sldLayoutId id="2147483729" r:id="rId49"/>
    <p:sldLayoutId id="2147483730" r:id="rId50"/>
    <p:sldLayoutId id="2147483713" r:id="rId51"/>
    <p:sldLayoutId id="2147483693" r:id="rId52"/>
    <p:sldLayoutId id="2147483690" r:id="rId53"/>
    <p:sldLayoutId id="2147483726" r:id="rId54"/>
    <p:sldLayoutId id="2147483691" r:id="rId55"/>
    <p:sldLayoutId id="2147483694" r:id="rId56"/>
    <p:sldLayoutId id="2147483695" r:id="rId57"/>
    <p:sldLayoutId id="2147483696" r:id="rId58"/>
    <p:sldLayoutId id="2147483697" r:id="rId59"/>
    <p:sldLayoutId id="2147483698" r:id="rId60"/>
    <p:sldLayoutId id="2147483699" r:id="rId61"/>
    <p:sldLayoutId id="2147483700" r:id="rId62"/>
    <p:sldLayoutId id="2147483701" r:id="rId63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 userDrawn="1">
          <p15:clr>
            <a:srgbClr val="F26B43"/>
          </p15:clr>
        </p15:guide>
        <p15:guide id="4" orient="horz" pos="264" userDrawn="1">
          <p15:clr>
            <a:srgbClr val="F26B43"/>
          </p15:clr>
        </p15:guide>
        <p15:guide id="5" pos="7416" userDrawn="1">
          <p15:clr>
            <a:srgbClr val="F26B43"/>
          </p15:clr>
        </p15:guide>
        <p15:guide id="12" pos="4632" userDrawn="1">
          <p15:clr>
            <a:srgbClr val="F26B43"/>
          </p15:clr>
        </p15:guide>
        <p15:guide id="13" pos="5544" userDrawn="1">
          <p15:clr>
            <a:srgbClr val="F26B43"/>
          </p15:clr>
        </p15:guide>
        <p15:guide id="26" pos="2784" userDrawn="1">
          <p15:clr>
            <a:srgbClr val="F26B43"/>
          </p15:clr>
        </p15:guide>
        <p15:guide id="27" pos="3048" userDrawn="1">
          <p15:clr>
            <a:srgbClr val="F26B43"/>
          </p15:clr>
        </p15:guide>
        <p15:guide id="29" pos="3960" userDrawn="1">
          <p15:clr>
            <a:srgbClr val="F26B43"/>
          </p15:clr>
        </p15:guide>
        <p15:guide id="30" pos="1176" userDrawn="1">
          <p15:clr>
            <a:srgbClr val="F26B43"/>
          </p15:clr>
        </p15:guide>
        <p15:guide id="31" pos="912" userDrawn="1">
          <p15:clr>
            <a:srgbClr val="F26B43"/>
          </p15:clr>
        </p15:guide>
        <p15:guide id="32" pos="3696" userDrawn="1">
          <p15:clr>
            <a:srgbClr val="F26B43"/>
          </p15:clr>
        </p15:guide>
        <p15:guide id="33" pos="1848" userDrawn="1">
          <p15:clr>
            <a:srgbClr val="F26B43"/>
          </p15:clr>
        </p15:guide>
        <p15:guide id="34" pos="2112" userDrawn="1">
          <p15:clr>
            <a:srgbClr val="F26B43"/>
          </p15:clr>
        </p15:guide>
        <p15:guide id="36" pos="6528" userDrawn="1">
          <p15:clr>
            <a:srgbClr val="F26B43"/>
          </p15:clr>
        </p15:guide>
        <p15:guide id="37" pos="6744" userDrawn="1">
          <p15:clr>
            <a:srgbClr val="F26B43"/>
          </p15:clr>
        </p15:guide>
        <p15:guide id="42" orient="horz" pos="393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720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64" r:id="rId2"/>
    <p:sldLayoutId id="2147483865" r:id="rId3"/>
    <p:sldLayoutId id="2147483866" r:id="rId4"/>
    <p:sldLayoutId id="2147483867" r:id="rId5"/>
    <p:sldLayoutId id="2147483868" r:id="rId6"/>
    <p:sldLayoutId id="2147483869" r:id="rId7"/>
    <p:sldLayoutId id="2147483870" r:id="rId8"/>
    <p:sldLayoutId id="2147483871" r:id="rId9"/>
    <p:sldLayoutId id="2147483872" r:id="rId10"/>
    <p:sldLayoutId id="2147483873" r:id="rId11"/>
    <p:sldLayoutId id="2147483874" r:id="rId12"/>
    <p:sldLayoutId id="2147483875" r:id="rId13"/>
    <p:sldLayoutId id="2147483876" r:id="rId14"/>
    <p:sldLayoutId id="2147483877" r:id="rId15"/>
    <p:sldLayoutId id="2147483878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64" userDrawn="1">
          <p15:clr>
            <a:srgbClr val="F26B43"/>
          </p15:clr>
        </p15:guide>
        <p15:guide id="2" orient="horz" pos="264" userDrawn="1">
          <p15:clr>
            <a:srgbClr val="F26B43"/>
          </p15:clr>
        </p15:guide>
        <p15:guide id="3" pos="7416" userDrawn="1">
          <p15:clr>
            <a:srgbClr val="F26B43"/>
          </p15:clr>
        </p15:guide>
        <p15:guide id="4" pos="4632" userDrawn="1">
          <p15:clr>
            <a:srgbClr val="F26B43"/>
          </p15:clr>
        </p15:guide>
        <p15:guide id="5" pos="5544" userDrawn="1">
          <p15:clr>
            <a:srgbClr val="F26B43"/>
          </p15:clr>
        </p15:guide>
        <p15:guide id="6" pos="2784" userDrawn="1">
          <p15:clr>
            <a:srgbClr val="F26B43"/>
          </p15:clr>
        </p15:guide>
        <p15:guide id="7" pos="3048" userDrawn="1">
          <p15:clr>
            <a:srgbClr val="F26B43"/>
          </p15:clr>
        </p15:guide>
        <p15:guide id="8" pos="3960" userDrawn="1">
          <p15:clr>
            <a:srgbClr val="F26B43"/>
          </p15:clr>
        </p15:guide>
        <p15:guide id="9" pos="1176" userDrawn="1">
          <p15:clr>
            <a:srgbClr val="F26B43"/>
          </p15:clr>
        </p15:guide>
        <p15:guide id="10" pos="912" userDrawn="1">
          <p15:clr>
            <a:srgbClr val="F26B43"/>
          </p15:clr>
        </p15:guide>
        <p15:guide id="11" pos="3696" userDrawn="1">
          <p15:clr>
            <a:srgbClr val="F26B43"/>
          </p15:clr>
        </p15:guide>
        <p15:guide id="12" pos="1848" userDrawn="1">
          <p15:clr>
            <a:srgbClr val="F26B43"/>
          </p15:clr>
        </p15:guide>
        <p15:guide id="13" pos="2112" userDrawn="1">
          <p15:clr>
            <a:srgbClr val="F26B43"/>
          </p15:clr>
        </p15:guide>
        <p15:guide id="14" pos="6528" userDrawn="1">
          <p15:clr>
            <a:srgbClr val="F26B43"/>
          </p15:clr>
        </p15:guide>
        <p15:guide id="15" pos="6744" userDrawn="1">
          <p15:clr>
            <a:srgbClr val="F26B43"/>
          </p15:clr>
        </p15:guide>
        <p15:guide id="16" orient="horz" pos="3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13" Type="http://schemas.openxmlformats.org/officeDocument/2006/relationships/diagramLayout" Target="../diagrams/layout4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12" Type="http://schemas.openxmlformats.org/officeDocument/2006/relationships/diagramData" Target="../diagrams/data4.xml"/><Relationship Id="rId2" Type="http://schemas.openxmlformats.org/officeDocument/2006/relationships/diagramData" Target="../diagrams/data2.xml"/><Relationship Id="rId16" Type="http://schemas.microsoft.com/office/2007/relationships/diagramDrawing" Target="../diagrams/drawing4.xml"/><Relationship Id="rId1" Type="http://schemas.openxmlformats.org/officeDocument/2006/relationships/slideLayout" Target="../slideLayouts/slideLayout70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5" Type="http://schemas.openxmlformats.org/officeDocument/2006/relationships/diagramColors" Target="../diagrams/colors4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Relationship Id="rId1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7EA4D2C-4D5C-AC28-D8CC-859AFF9DB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9742279">
            <a:off x="1151886" y="2330893"/>
            <a:ext cx="8384456" cy="2453201"/>
          </a:xfrm>
        </p:spPr>
        <p:txBody>
          <a:bodyPr>
            <a:normAutofit/>
          </a:bodyPr>
          <a:lstStyle/>
          <a:p>
            <a:pPr algn="ctr"/>
            <a:r>
              <a:rPr lang="en-US" sz="6600" b="1" i="1" dirty="0">
                <a:solidFill>
                  <a:srgbClr val="7030A0"/>
                </a:solidFill>
                <a:latin typeface="Walbaum Display"/>
              </a:rPr>
              <a:t>       </a:t>
            </a:r>
            <a:r>
              <a:rPr lang="en-US" sz="4800" b="1" i="1" dirty="0">
                <a:solidFill>
                  <a:srgbClr val="7030A0"/>
                </a:solidFill>
                <a:latin typeface="Bookman Old Style" panose="02050604050505020204" pitchFamily="18" charset="0"/>
              </a:rPr>
              <a:t>ZEPTO Analysis</a:t>
            </a:r>
            <a:br>
              <a:rPr lang="en-IN" sz="4800" b="1" i="1" dirty="0"/>
            </a:br>
            <a:endParaRPr lang="en-US" sz="4800" dirty="0">
              <a:solidFill>
                <a:srgbClr val="7030A0"/>
              </a:solidFill>
              <a:latin typeface="Walbaum Display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9B102265-8990-D1BC-A9F2-66CA9D922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  </a:t>
            </a:r>
            <a:r>
              <a:rPr lang="en-US" sz="4000" dirty="0">
                <a:latin typeface="Walbaum Display"/>
              </a:rPr>
              <a:t> 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362CF-5CE0-476A-DBD6-C8A0D85BA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84C880-8108-FB54-CE2F-3801A82E07E4}"/>
              </a:ext>
            </a:extLst>
          </p:cNvPr>
          <p:cNvSpPr txBox="1"/>
          <p:nvPr/>
        </p:nvSpPr>
        <p:spPr>
          <a:xfrm rot="19801465">
            <a:off x="3684029" y="3044279"/>
            <a:ext cx="505231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IN" sz="4400" b="1" i="1" dirty="0"/>
          </a:p>
        </p:txBody>
      </p:sp>
    </p:spTree>
    <p:extLst>
      <p:ext uri="{BB962C8B-B14F-4D97-AF65-F5344CB8AC3E}">
        <p14:creationId xmlns:p14="http://schemas.microsoft.com/office/powerpoint/2010/main" val="1489048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996D4-1F7F-4CBD-3B5E-CE6A93343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Introduction </a:t>
            </a:r>
            <a:r>
              <a:rPr lang="en-US" b="1" dirty="0"/>
              <a:t> </a:t>
            </a:r>
            <a:r>
              <a:rPr lang="en-US" sz="4000" b="1" dirty="0"/>
              <a:t>of</a:t>
            </a:r>
            <a:r>
              <a:rPr lang="en-US" b="1" dirty="0"/>
              <a:t>  </a:t>
            </a:r>
            <a:r>
              <a:rPr lang="en-US" sz="4000" b="1" dirty="0">
                <a:solidFill>
                  <a:srgbClr val="7030A0"/>
                </a:solidFill>
                <a:latin typeface="Walbaum Display"/>
              </a:rPr>
              <a:t>ZEPTO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0AFF93-46B0-F41B-3E95-7E01D5E54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80227"/>
            <a:ext cx="8596668" cy="466113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3200" b="1" dirty="0"/>
              <a:t>Established in 2021</a:t>
            </a:r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3200" b="1" dirty="0"/>
              <a:t>Founders : Aadit </a:t>
            </a:r>
            <a:r>
              <a:rPr lang="en-US" sz="3200" b="1" dirty="0" err="1"/>
              <a:t>Palicha</a:t>
            </a:r>
            <a:r>
              <a:rPr lang="en-US" sz="3200" b="1" dirty="0"/>
              <a:t> and Kaivalya Vohra</a:t>
            </a:r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3200" b="1" dirty="0"/>
              <a:t>Head quarters: Mumbai</a:t>
            </a:r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3200" b="1" dirty="0" err="1"/>
              <a:t>Zepto's</a:t>
            </a:r>
            <a:r>
              <a:rPr lang="en-US" sz="3200" b="1" dirty="0"/>
              <a:t> mission is "Quick Commerce" platform</a:t>
            </a:r>
          </a:p>
          <a:p>
            <a:r>
              <a:rPr lang="en-US" sz="3200" b="1" dirty="0"/>
              <a:t>(To provide ultra-fast delivery of groceries and daily essentials )        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D04FF-EA4B-4258-53D3-D81D3665B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44064" y="-338328"/>
            <a:ext cx="1485900" cy="338328"/>
          </a:xfrm>
        </p:spPr>
        <p:txBody>
          <a:bodyPr/>
          <a:lstStyle/>
          <a:p>
            <a:fld id="{44BE14B8-5058-4271-B378-2217DE83796E}" type="datetime1">
              <a:rPr lang="en-US" smtClean="0"/>
              <a:pPr/>
              <a:t>3/8/2026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95C730-CDC0-216F-E19E-BC1DB3FAB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3087184" y="-338328"/>
            <a:ext cx="2726376" cy="338328"/>
          </a:xfrm>
        </p:spPr>
        <p:txBody>
          <a:bodyPr/>
          <a:lstStyle/>
          <a:p>
            <a:r>
              <a:rPr lang="en-US" dirty="0"/>
              <a:t>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BD5608-E3F2-BC89-2757-3A77276D0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131066" y="775182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347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279E2684-5CDD-C1A0-0572-9E24FE610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3168" y="58471"/>
            <a:ext cx="8596668" cy="655608"/>
          </a:xfrm>
        </p:spPr>
        <p:txBody>
          <a:bodyPr/>
          <a:lstStyle/>
          <a:p>
            <a:r>
              <a:rPr lang="en-IN" b="1" dirty="0"/>
              <a:t>Business Model Analysis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691BA2C-16F4-80A9-6A3D-6FBBF4C03E7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6776" y="2432649"/>
            <a:ext cx="4932038" cy="446393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F624DA-7BBA-C150-4628-F17060A4B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4D826B-6B94-D1BD-607C-E551F74EBD1D}"/>
              </a:ext>
            </a:extLst>
          </p:cNvPr>
          <p:cNvSpPr txBox="1"/>
          <p:nvPr/>
        </p:nvSpPr>
        <p:spPr>
          <a:xfrm>
            <a:off x="6124643" y="640754"/>
            <a:ext cx="493203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4000" b="1" i="1" dirty="0">
                <a:solidFill>
                  <a:srgbClr val="7030A0"/>
                </a:solidFill>
              </a:rPr>
              <a:t>Zepto’s Revenue</a:t>
            </a:r>
          </a:p>
          <a:p>
            <a:pPr marL="0" indent="0">
              <a:buNone/>
            </a:pPr>
            <a:r>
              <a:rPr lang="en-IN" sz="2400" b="1" i="1" dirty="0"/>
              <a:t>    </a:t>
            </a:r>
            <a:r>
              <a:rPr lang="en-IN" sz="3200" b="1" i="1" dirty="0"/>
              <a:t>.Product Sales</a:t>
            </a:r>
          </a:p>
          <a:p>
            <a:pPr marL="0" indent="0">
              <a:buNone/>
            </a:pPr>
            <a:r>
              <a:rPr lang="en-IN" sz="3200" b="1" i="1" dirty="0"/>
              <a:t>   .Delivery fees</a:t>
            </a:r>
          </a:p>
          <a:p>
            <a:pPr marL="0" indent="0">
              <a:buNone/>
            </a:pPr>
            <a:r>
              <a:rPr lang="en-IN" sz="3200" b="1" i="1" dirty="0"/>
              <a:t>   .Advertising</a:t>
            </a:r>
          </a:p>
          <a:p>
            <a:pPr marL="0" indent="0">
              <a:buNone/>
            </a:pPr>
            <a:r>
              <a:rPr lang="en-IN" sz="3200" b="1" i="1" dirty="0"/>
              <a:t>   .Higher – margin own </a:t>
            </a:r>
          </a:p>
          <a:p>
            <a:pPr marL="0" indent="0">
              <a:buNone/>
            </a:pPr>
            <a:r>
              <a:rPr lang="en-IN" sz="3200" b="1" i="1" dirty="0"/>
              <a:t>                 product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898ED9-AA37-A1A5-4181-68570748EF7F}"/>
              </a:ext>
            </a:extLst>
          </p:cNvPr>
          <p:cNvSpPr txBox="1"/>
          <p:nvPr/>
        </p:nvSpPr>
        <p:spPr>
          <a:xfrm>
            <a:off x="5538158" y="3851107"/>
            <a:ext cx="649629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4000" b="1" i="1" dirty="0">
                <a:solidFill>
                  <a:srgbClr val="7030A0"/>
                </a:solidFill>
              </a:rPr>
              <a:t>Choice Of  the Customers</a:t>
            </a:r>
          </a:p>
          <a:p>
            <a:pPr marL="0" indent="0">
              <a:buNone/>
            </a:pPr>
            <a:r>
              <a:rPr lang="en-IN" b="1" i="1" dirty="0"/>
              <a:t>         </a:t>
            </a:r>
            <a:r>
              <a:rPr lang="en-IN" sz="3200" i="1" dirty="0"/>
              <a:t>.</a:t>
            </a:r>
            <a:r>
              <a:rPr lang="en-IN" sz="3200" b="1" i="1" dirty="0"/>
              <a:t>Fast delivery</a:t>
            </a:r>
          </a:p>
          <a:p>
            <a:pPr marL="0" indent="0">
              <a:buNone/>
            </a:pPr>
            <a:r>
              <a:rPr lang="en-IN" sz="3200" b="1" i="1" dirty="0"/>
              <a:t>     .Convenience </a:t>
            </a:r>
          </a:p>
          <a:p>
            <a:pPr marL="0" indent="0">
              <a:buNone/>
            </a:pPr>
            <a:r>
              <a:rPr lang="en-IN" sz="3200" b="1" i="1" dirty="0"/>
              <a:t>     . Offers</a:t>
            </a:r>
          </a:p>
          <a:p>
            <a:pPr marL="0" indent="0">
              <a:buNone/>
            </a:pPr>
            <a:r>
              <a:rPr lang="en-IN" sz="3200" b="1" i="1" dirty="0"/>
              <a:t>     .Wide product range </a:t>
            </a:r>
          </a:p>
          <a:p>
            <a:pPr marL="0" indent="0">
              <a:buNone/>
            </a:pPr>
            <a:r>
              <a:rPr lang="en-IN" sz="3200" b="1" i="1" dirty="0"/>
              <a:t>     . Reliable service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25448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3AEB7C5-B129-E8AF-CF4E-DF037EDC56B3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64751518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DE5C2-EC68-F5EA-EC5B-56661C98C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0608" y="0"/>
            <a:ext cx="3854528" cy="724618"/>
          </a:xfrm>
        </p:spPr>
        <p:txBody>
          <a:bodyPr>
            <a:normAutofit/>
          </a:bodyPr>
          <a:lstStyle/>
          <a:p>
            <a:r>
              <a:rPr lang="en-IN" sz="3200" b="1" dirty="0"/>
              <a:t>Key Differentiators</a:t>
            </a:r>
          </a:p>
        </p:txBody>
      </p:sp>
      <p:sp>
        <p:nvSpPr>
          <p:cNvPr id="11" name="AutoShape 4">
            <a:extLst>
              <a:ext uri="{FF2B5EF4-FFF2-40B4-BE49-F238E27FC236}">
                <a16:creationId xmlns:a16="http://schemas.microsoft.com/office/drawing/2014/main" id="{AD206826-E29D-108C-2B2D-6B63714B5FF5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6096001" y="189781"/>
            <a:ext cx="6004590" cy="6213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r>
              <a:rPr lang="en-IN" sz="3600" b="1" dirty="0">
                <a:solidFill>
                  <a:srgbClr val="00B0F0"/>
                </a:solidFill>
              </a:rPr>
              <a:t>Uniqueness</a:t>
            </a:r>
          </a:p>
          <a:p>
            <a:pPr marL="0" indent="0">
              <a:buNone/>
            </a:pPr>
            <a:r>
              <a:rPr lang="en-IN" sz="3200" b="1" dirty="0">
                <a:solidFill>
                  <a:srgbClr val="7030A0"/>
                </a:solidFill>
              </a:rPr>
              <a:t>Strong Branding</a:t>
            </a:r>
          </a:p>
          <a:p>
            <a:pPr marL="0" indent="0">
              <a:buNone/>
            </a:pPr>
            <a:r>
              <a:rPr lang="en-IN" sz="4000" dirty="0">
                <a:solidFill>
                  <a:schemeClr val="tx1"/>
                </a:solidFill>
              </a:rPr>
              <a:t>   </a:t>
            </a:r>
            <a:r>
              <a:rPr lang="en-IN" sz="2800" b="1" dirty="0">
                <a:solidFill>
                  <a:schemeClr val="tx1"/>
                </a:solidFill>
              </a:rPr>
              <a:t>.Unique Brand Colour</a:t>
            </a:r>
          </a:p>
          <a:p>
            <a:pPr marL="0" indent="0">
              <a:buNone/>
            </a:pPr>
            <a:r>
              <a:rPr lang="en-IN" sz="2800" b="1" dirty="0">
                <a:solidFill>
                  <a:schemeClr val="tx1"/>
                </a:solidFill>
              </a:rPr>
              <a:t>    .Clear Brand Message</a:t>
            </a:r>
          </a:p>
          <a:p>
            <a:pPr marL="0" indent="0">
              <a:buNone/>
            </a:pPr>
            <a:r>
              <a:rPr lang="en-IN" sz="3200" b="1" dirty="0">
                <a:solidFill>
                  <a:srgbClr val="7030A0"/>
                </a:solidFill>
              </a:rPr>
              <a:t>Customer Experience</a:t>
            </a:r>
          </a:p>
          <a:p>
            <a:pPr marL="0" indent="0">
              <a:buNone/>
            </a:pPr>
            <a:r>
              <a:rPr lang="en-IN" sz="2800" b="1" dirty="0">
                <a:solidFill>
                  <a:schemeClr val="tx1"/>
                </a:solidFill>
              </a:rPr>
              <a:t>    .Fast &amp; Smooth APP</a:t>
            </a:r>
          </a:p>
          <a:p>
            <a:pPr marL="0" indent="0">
              <a:buNone/>
            </a:pPr>
            <a:r>
              <a:rPr lang="en-IN" sz="2800" b="1" dirty="0">
                <a:solidFill>
                  <a:schemeClr val="tx1"/>
                </a:solidFill>
              </a:rPr>
              <a:t>    .Real Time Tracking</a:t>
            </a:r>
          </a:p>
          <a:p>
            <a:pPr marL="0" indent="0">
              <a:buNone/>
            </a:pPr>
            <a:r>
              <a:rPr lang="en-IN" sz="2800" b="1" dirty="0">
                <a:solidFill>
                  <a:schemeClr val="tx1"/>
                </a:solidFill>
              </a:rPr>
              <a:t>    .Quality &amp; Packaging</a:t>
            </a:r>
          </a:p>
          <a:p>
            <a:pPr marL="0" indent="0">
              <a:buNone/>
            </a:pPr>
            <a:r>
              <a:rPr lang="en-IN" sz="2800" b="1" dirty="0">
                <a:solidFill>
                  <a:schemeClr val="tx1"/>
                </a:solidFill>
              </a:rPr>
              <a:t>    .Personalised offer</a:t>
            </a:r>
            <a:r>
              <a:rPr lang="en-IN" sz="3200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9A4339-3998-A6A8-54D1-874035082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4068" y="1020788"/>
            <a:ext cx="5227608" cy="5259242"/>
          </a:xfrm>
        </p:spPr>
        <p:txBody>
          <a:bodyPr>
            <a:noAutofit/>
          </a:bodyPr>
          <a:lstStyle/>
          <a:p>
            <a:r>
              <a:rPr lang="en-IN" sz="2800" b="1" dirty="0"/>
              <a:t>⚡ Ultra-fast delivery model</a:t>
            </a:r>
          </a:p>
          <a:p>
            <a:r>
              <a:rPr lang="en-IN" sz="2800" b="1" dirty="0"/>
              <a:t>🏪 Dense network of dark stores</a:t>
            </a:r>
          </a:p>
          <a:p>
            <a:r>
              <a:rPr lang="en-IN" sz="2800" b="1" dirty="0"/>
              <a:t>📦 High product availability</a:t>
            </a:r>
          </a:p>
          <a:p>
            <a:r>
              <a:rPr lang="en-IN" sz="2800" b="1" dirty="0"/>
              <a:t>📱 Simple &amp; quick ordering app</a:t>
            </a:r>
          </a:p>
          <a:p>
            <a:r>
              <a:rPr lang="en-IN" sz="2800" b="1" dirty="0"/>
              <a:t>💳 </a:t>
            </a:r>
            <a:r>
              <a:rPr lang="en-IN" sz="2800" b="1" dirty="0" err="1"/>
              <a:t>Zepto</a:t>
            </a:r>
            <a:r>
              <a:rPr lang="en-IN" sz="2800" b="1" dirty="0"/>
              <a:t> Pass subscription benefits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B9D3A6-F612-4644-DDAD-AF216DF15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536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BFF58-7EDA-3C95-5882-9198286DA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96000" cy="1320801"/>
          </a:xfrm>
        </p:spPr>
        <p:txBody>
          <a:bodyPr>
            <a:noAutofit/>
          </a:bodyPr>
          <a:lstStyle/>
          <a:p>
            <a:pPr algn="ctr"/>
            <a:r>
              <a:rPr lang="en-IN" sz="2800" b="1" dirty="0"/>
              <a:t>Market Gap &amp; Customer</a:t>
            </a:r>
            <a:br>
              <a:rPr lang="en-IN" sz="2800" b="1" dirty="0"/>
            </a:br>
            <a:r>
              <a:rPr lang="en-IN" sz="2800" b="1" dirty="0"/>
              <a:t> Need Analysis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C50B38E-96CA-604A-BFFB-E922E295CA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052C8-CA89-3076-33B1-480035284B2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sz="2800" dirty="0"/>
              <a:t>Market Pain Points Before Z</a:t>
            </a:r>
          </a:p>
          <a:p>
            <a:pPr marL="0" indent="0">
              <a:buNone/>
            </a:pPr>
            <a:r>
              <a:rPr lang="en-IN" sz="2800" dirty="0"/>
              <a:t>          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95903EE-31A8-D489-9D90-C9216699C3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2134" y="1"/>
            <a:ext cx="4953964" cy="1017916"/>
          </a:xfrm>
        </p:spPr>
        <p:txBody>
          <a:bodyPr/>
          <a:lstStyle/>
          <a:p>
            <a:pPr algn="ctr"/>
            <a:r>
              <a:rPr lang="en-IN" sz="2800" b="1" dirty="0">
                <a:solidFill>
                  <a:srgbClr val="00B0F0"/>
                </a:solidFill>
              </a:rPr>
              <a:t>How </a:t>
            </a:r>
            <a:r>
              <a:rPr lang="en-IN" sz="2800" b="1" dirty="0" err="1">
                <a:solidFill>
                  <a:srgbClr val="00B0F0"/>
                </a:solidFill>
              </a:rPr>
              <a:t>Zepto</a:t>
            </a:r>
            <a:r>
              <a:rPr lang="en-IN" sz="2800" b="1" dirty="0">
                <a:solidFill>
                  <a:srgbClr val="00B0F0"/>
                </a:solidFill>
              </a:rPr>
              <a:t> Solves Market Problems 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E16C596-F2DB-92A3-E113-E0B8885469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1038052"/>
            <a:ext cx="6096000" cy="5819947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IN" sz="2800" b="1" dirty="0"/>
              <a:t>Quick delivery at door steps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800" b="1" dirty="0"/>
              <a:t>Instant solution for urgent needs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800" b="1" dirty="0"/>
              <a:t>Dark store warehouse model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800" b="1" dirty="0"/>
              <a:t>Real - time tracking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800" b="1" dirty="0"/>
              <a:t>No delivery slot booking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800" b="1" dirty="0"/>
              <a:t>Easy to use mobile APP   </a:t>
            </a:r>
          </a:p>
          <a:p>
            <a:pPr marL="0" indent="0">
              <a:buNone/>
            </a:pPr>
            <a:r>
              <a:rPr lang="en-IN" sz="2400" dirty="0"/>
              <a:t> </a:t>
            </a:r>
            <a:endParaRPr lang="en-IN" sz="2800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IN" sz="3600" b="1" dirty="0">
                <a:solidFill>
                  <a:srgbClr val="00B0F0"/>
                </a:solidFill>
              </a:rPr>
              <a:t>Customer Benefits of </a:t>
            </a:r>
            <a:r>
              <a:rPr lang="en-IN" sz="3600" b="1" dirty="0" err="1">
                <a:solidFill>
                  <a:srgbClr val="00B0F0"/>
                </a:solidFill>
              </a:rPr>
              <a:t>Zepto</a:t>
            </a:r>
            <a:endParaRPr lang="en-IN" sz="36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IN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 </a:t>
            </a:r>
            <a:r>
              <a:rPr lang="en-IN" sz="2600" b="1" dirty="0">
                <a:solidFill>
                  <a:schemeClr val="tx1"/>
                </a:solidFill>
              </a:rPr>
              <a:t>⚡ 10-Minute Delivery      🛒 Order Anytime</a:t>
            </a:r>
          </a:p>
          <a:p>
            <a:pPr marL="0" indent="0">
              <a:buNone/>
            </a:pPr>
            <a:endParaRPr lang="en-IN" sz="2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sz="2600" b="1" dirty="0">
                <a:solidFill>
                  <a:schemeClr val="tx1"/>
                </a:solidFill>
              </a:rPr>
              <a:t> ⏱️ Emergency Needs         🚀 Saves Time</a:t>
            </a:r>
          </a:p>
          <a:p>
            <a:pPr marL="0" indent="0">
              <a:buNone/>
            </a:pPr>
            <a:endParaRPr lang="en-IN" sz="2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sz="2600" b="1" dirty="0">
                <a:solidFill>
                  <a:schemeClr val="tx1"/>
                </a:solidFill>
              </a:rPr>
              <a:t> 📦 Reliable Products       📱 Easy App Use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00B0F0"/>
                </a:solidFill>
              </a:rPr>
              <a:t>                                                                                         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B0C348-6A39-22AA-452E-6A76D55C7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7178"/>
            <a:ext cx="5089585" cy="52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760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5234B-F901-59B5-E4ED-A6027C941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"/>
            <a:ext cx="8596668" cy="816636"/>
          </a:xfrm>
        </p:spPr>
        <p:txBody>
          <a:bodyPr>
            <a:normAutofit/>
          </a:bodyPr>
          <a:lstStyle/>
          <a:p>
            <a:pPr algn="ctr"/>
            <a:r>
              <a:rPr lang="en-IN" b="1" dirty="0"/>
              <a:t>Technology &amp; Innovation Study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D915F4-B831-BEFA-8ABF-9E26E7023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816637"/>
            <a:ext cx="11778570" cy="60413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>
                <a:solidFill>
                  <a:schemeClr val="accent1">
                    <a:lumMod val="75000"/>
                  </a:schemeClr>
                </a:solidFill>
              </a:rPr>
              <a:t>        Technological Elements</a:t>
            </a:r>
          </a:p>
          <a:p>
            <a:pPr marL="0" indent="0">
              <a:buNone/>
            </a:pPr>
            <a:r>
              <a:rPr lang="en-IN" sz="3000" b="1" dirty="0"/>
              <a:t>⚡Cloud Computing Infrastructure</a:t>
            </a:r>
          </a:p>
          <a:p>
            <a:pPr marL="0" indent="0">
              <a:buNone/>
            </a:pPr>
            <a:r>
              <a:rPr lang="en-IN" sz="3000" b="1" dirty="0"/>
              <a:t>⚡AI &amp; Machine Learning</a:t>
            </a:r>
          </a:p>
          <a:p>
            <a:pPr marL="0" indent="0">
              <a:buNone/>
            </a:pPr>
            <a:r>
              <a:rPr lang="en-IN" sz="3000" b="1" dirty="0"/>
              <a:t>⚡Geolocation Technology</a:t>
            </a:r>
          </a:p>
          <a:p>
            <a:pPr marL="0" indent="0">
              <a:buNone/>
            </a:pPr>
            <a:r>
              <a:rPr lang="en-IN" sz="3000" b="1" dirty="0"/>
              <a:t>⚡Delivery Routing Algorithms</a:t>
            </a:r>
          </a:p>
          <a:p>
            <a:pPr marL="0" indent="0">
              <a:buNone/>
            </a:pPr>
            <a:r>
              <a:rPr lang="en-IN" sz="3000" b="1" dirty="0"/>
              <a:t>⚡Data Analytics Dashboards</a:t>
            </a:r>
          </a:p>
          <a:p>
            <a:pPr marL="0" indent="0">
              <a:buNone/>
            </a:pPr>
            <a:r>
              <a:rPr lang="en-IN" sz="3000" b="1" dirty="0"/>
              <a:t>⚡Dark Store Automation System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EB0A12-4FA4-80D6-B092-B40EB4295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D0A365-75A0-9F47-A08F-0539BD6A08C2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5705475" y="815975"/>
            <a:ext cx="6486525" cy="5408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>
                <a:solidFill>
                  <a:schemeClr val="accent1">
                    <a:lumMod val="75000"/>
                  </a:schemeClr>
                </a:solidFill>
              </a:rPr>
              <a:t>Technology Impact on </a:t>
            </a:r>
            <a:r>
              <a:rPr lang="en-IN" sz="2800" b="1" dirty="0" err="1">
                <a:solidFill>
                  <a:schemeClr val="accent1">
                    <a:lumMod val="75000"/>
                  </a:schemeClr>
                </a:solidFill>
              </a:rPr>
              <a:t>Zepto</a:t>
            </a:r>
            <a:endParaRPr lang="en-IN" sz="28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N" sz="2800" b="1" dirty="0"/>
              <a:t>⭐Quick  Deliveries</a:t>
            </a:r>
          </a:p>
          <a:p>
            <a:pPr marL="0" indent="0">
              <a:buNone/>
            </a:pPr>
            <a:r>
              <a:rPr lang="en-IN" sz="2800" b="1" dirty="0"/>
              <a:t>⭐Accurate Tracking</a:t>
            </a:r>
          </a:p>
          <a:p>
            <a:pPr marL="0" indent="0">
              <a:buNone/>
            </a:pPr>
            <a:r>
              <a:rPr lang="en-IN" sz="2800" b="1" dirty="0"/>
              <a:t>⭐Efficient Operations with AI</a:t>
            </a:r>
          </a:p>
          <a:p>
            <a:pPr marL="0" indent="0">
              <a:buNone/>
            </a:pPr>
            <a:r>
              <a:rPr lang="en-IN" sz="2800" b="1" dirty="0"/>
              <a:t>⭐Smooth and Fast Mobile App Experience</a:t>
            </a:r>
          </a:p>
        </p:txBody>
      </p:sp>
    </p:spTree>
    <p:extLst>
      <p:ext uri="{BB962C8B-B14F-4D97-AF65-F5344CB8AC3E}">
        <p14:creationId xmlns:p14="http://schemas.microsoft.com/office/powerpoint/2010/main" val="3140392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89EE9-60BE-FB96-1B28-B44CDC189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5FBFF6D0-B64C-D2EF-810A-0B83E9C965EB}"/>
              </a:ext>
            </a:extLst>
          </p:cNvPr>
          <p:cNvGraphicFramePr>
            <a:graphicFrameLocks noGrp="1"/>
          </p:cNvGraphicFramePr>
          <p:nvPr>
            <p:ph type="pic" idx="4294967295"/>
            <p:extLst>
              <p:ext uri="{D42A27DB-BD31-4B8C-83A1-F6EECF244321}">
                <p14:modId xmlns:p14="http://schemas.microsoft.com/office/powerpoint/2010/main" val="1104287021"/>
              </p:ext>
            </p:extLst>
          </p:nvPr>
        </p:nvGraphicFramePr>
        <p:xfrm>
          <a:off x="0" y="0"/>
          <a:ext cx="11593513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1933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F27D65-B3B2-AFA1-A718-110BB478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726" y="5861670"/>
            <a:ext cx="6297612" cy="365125"/>
          </a:xfrm>
        </p:spPr>
        <p:txBody>
          <a:bodyPr/>
          <a:lstStyle/>
          <a:p>
            <a:r>
              <a:rPr lang="en-US" dirty="0"/>
              <a:t>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FBA77-D747-4BC5-4158-5AF4A9600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EB09E7CA-F9CC-F668-FB0C-725C89B94A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3564815"/>
              </p:ext>
            </p:extLst>
          </p:nvPr>
        </p:nvGraphicFramePr>
        <p:xfrm>
          <a:off x="5878581" y="120770"/>
          <a:ext cx="6107502" cy="35368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C09422CA-AF0B-5672-A7F1-E812BFCDA2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9204744"/>
              </p:ext>
            </p:extLst>
          </p:nvPr>
        </p:nvGraphicFramePr>
        <p:xfrm>
          <a:off x="1000664" y="120770"/>
          <a:ext cx="4447726" cy="4416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CA42E5DA-5A3F-20D9-0761-46933BEC82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2157742"/>
              </p:ext>
            </p:extLst>
          </p:nvPr>
        </p:nvGraphicFramePr>
        <p:xfrm>
          <a:off x="-2173538" y="3122761"/>
          <a:ext cx="5037827" cy="13805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40" name="Arrow: Up 39">
            <a:extLst>
              <a:ext uri="{FF2B5EF4-FFF2-40B4-BE49-F238E27FC236}">
                <a16:creationId xmlns:a16="http://schemas.microsoft.com/office/drawing/2014/main" id="{9A9921B1-D855-B582-3660-CD03B786ED32}"/>
              </a:ext>
            </a:extLst>
          </p:cNvPr>
          <p:cNvSpPr/>
          <p:nvPr/>
        </p:nvSpPr>
        <p:spPr>
          <a:xfrm>
            <a:off x="205917" y="1054589"/>
            <a:ext cx="872338" cy="2665563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rgbClr val="7030A0"/>
                </a:solidFill>
              </a:rPr>
              <a:t>P</a:t>
            </a:r>
          </a:p>
          <a:p>
            <a:pPr algn="ctr"/>
            <a:r>
              <a:rPr lang="en-IN" sz="2000" dirty="0">
                <a:solidFill>
                  <a:srgbClr val="7030A0"/>
                </a:solidFill>
              </a:rPr>
              <a:t>0</a:t>
            </a:r>
          </a:p>
          <a:p>
            <a:pPr algn="ctr"/>
            <a:r>
              <a:rPr lang="en-IN" sz="2000" dirty="0">
                <a:solidFill>
                  <a:srgbClr val="7030A0"/>
                </a:solidFill>
              </a:rPr>
              <a:t>S</a:t>
            </a:r>
          </a:p>
          <a:p>
            <a:pPr algn="ctr"/>
            <a:r>
              <a:rPr lang="en-IN" sz="2000" dirty="0">
                <a:solidFill>
                  <a:srgbClr val="7030A0"/>
                </a:solidFill>
              </a:rPr>
              <a:t>I</a:t>
            </a:r>
          </a:p>
          <a:p>
            <a:pPr algn="ctr"/>
            <a:r>
              <a:rPr lang="en-IN" sz="2000" dirty="0">
                <a:solidFill>
                  <a:srgbClr val="7030A0"/>
                </a:solidFill>
              </a:rPr>
              <a:t>T</a:t>
            </a:r>
          </a:p>
          <a:p>
            <a:pPr algn="ctr"/>
            <a:r>
              <a:rPr lang="en-IN" sz="2000" dirty="0">
                <a:solidFill>
                  <a:srgbClr val="7030A0"/>
                </a:solidFill>
              </a:rPr>
              <a:t>I</a:t>
            </a:r>
          </a:p>
          <a:p>
            <a:pPr algn="ctr"/>
            <a:r>
              <a:rPr lang="en-IN" sz="2000" dirty="0">
                <a:solidFill>
                  <a:srgbClr val="7030A0"/>
                </a:solidFill>
              </a:rPr>
              <a:t>V</a:t>
            </a:r>
          </a:p>
          <a:p>
            <a:pPr algn="ctr"/>
            <a:r>
              <a:rPr lang="en-IN" sz="2000" dirty="0">
                <a:solidFill>
                  <a:srgbClr val="7030A0"/>
                </a:solidFill>
              </a:rPr>
              <a:t>E</a:t>
            </a: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0830972B-1032-8F51-1381-B4344907AFB9}"/>
              </a:ext>
            </a:extLst>
          </p:cNvPr>
          <p:cNvSpPr/>
          <p:nvPr/>
        </p:nvSpPr>
        <p:spPr>
          <a:xfrm>
            <a:off x="7298612" y="268149"/>
            <a:ext cx="2584101" cy="9862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rgbClr val="7030A0"/>
                </a:solidFill>
              </a:rPr>
              <a:t>NEGATIVE</a:t>
            </a:r>
          </a:p>
        </p:txBody>
      </p:sp>
      <p:sp>
        <p:nvSpPr>
          <p:cNvPr id="42" name="Arrow: Left-Right 41">
            <a:extLst>
              <a:ext uri="{FF2B5EF4-FFF2-40B4-BE49-F238E27FC236}">
                <a16:creationId xmlns:a16="http://schemas.microsoft.com/office/drawing/2014/main" id="{5F6916FD-4A95-5808-3C55-711E0FBB834F}"/>
              </a:ext>
            </a:extLst>
          </p:cNvPr>
          <p:cNvSpPr/>
          <p:nvPr/>
        </p:nvSpPr>
        <p:spPr>
          <a:xfrm>
            <a:off x="6678877" y="4312198"/>
            <a:ext cx="3144434" cy="92034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7030A0"/>
                </a:solidFill>
              </a:rPr>
              <a:t>NEUTRAL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BB2643D-5830-F18B-A036-7C70E1A39614}"/>
              </a:ext>
            </a:extLst>
          </p:cNvPr>
          <p:cNvSpPr/>
          <p:nvPr/>
        </p:nvSpPr>
        <p:spPr>
          <a:xfrm rot="18989616">
            <a:off x="4976992" y="3600771"/>
            <a:ext cx="2422968" cy="12531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b="1" i="1" dirty="0">
                <a:solidFill>
                  <a:schemeClr val="tx1"/>
                </a:solidFill>
              </a:rPr>
              <a:t>Good App But Out of stock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12F9CA2-EF95-4DA3-69AC-A4105B8A36E2}"/>
              </a:ext>
            </a:extLst>
          </p:cNvPr>
          <p:cNvSpPr/>
          <p:nvPr/>
        </p:nvSpPr>
        <p:spPr>
          <a:xfrm rot="19810921">
            <a:off x="8138216" y="5198342"/>
            <a:ext cx="2761341" cy="12094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IN" b="1" i="1" dirty="0">
                <a:solidFill>
                  <a:schemeClr val="tx1"/>
                </a:solidFill>
              </a:rPr>
              <a:t>Items are fine but price is high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2DC07A0-CC51-45B5-654A-CCC2B3C706B9}"/>
              </a:ext>
            </a:extLst>
          </p:cNvPr>
          <p:cNvSpPr/>
          <p:nvPr/>
        </p:nvSpPr>
        <p:spPr>
          <a:xfrm>
            <a:off x="6910778" y="2915329"/>
            <a:ext cx="2011379" cy="11571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dirty="0">
                <a:solidFill>
                  <a:schemeClr val="tx1"/>
                </a:solidFill>
              </a:rPr>
              <a:t>Normal Timing not Fast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AA63DCA-2539-BB3A-6AC4-A37795A03612}"/>
              </a:ext>
            </a:extLst>
          </p:cNvPr>
          <p:cNvSpPr/>
          <p:nvPr/>
        </p:nvSpPr>
        <p:spPr>
          <a:xfrm rot="1987863">
            <a:off x="8917369" y="3426300"/>
            <a:ext cx="2136053" cy="11846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b="1" i="1" dirty="0">
                <a:solidFill>
                  <a:schemeClr val="tx1"/>
                </a:solidFill>
              </a:rPr>
              <a:t>Ontime  delivery but limited variety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31FE8FBD-4777-C037-76D3-27413E0A9C78}"/>
              </a:ext>
            </a:extLst>
          </p:cNvPr>
          <p:cNvSpPr/>
          <p:nvPr/>
        </p:nvSpPr>
        <p:spPr>
          <a:xfrm rot="1653594">
            <a:off x="5605223" y="5052544"/>
            <a:ext cx="2893711" cy="16182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b="1" i="1" dirty="0">
                <a:solidFill>
                  <a:schemeClr val="tx1"/>
                </a:solidFill>
              </a:rPr>
              <a:t>Good service but nothing  special</a:t>
            </a:r>
          </a:p>
        </p:txBody>
      </p:sp>
      <p:sp>
        <p:nvSpPr>
          <p:cNvPr id="50" name="Wave 49">
            <a:extLst>
              <a:ext uri="{FF2B5EF4-FFF2-40B4-BE49-F238E27FC236}">
                <a16:creationId xmlns:a16="http://schemas.microsoft.com/office/drawing/2014/main" id="{D770D464-947A-1365-CB07-E5974D2D8D6D}"/>
              </a:ext>
            </a:extLst>
          </p:cNvPr>
          <p:cNvSpPr/>
          <p:nvPr/>
        </p:nvSpPr>
        <p:spPr>
          <a:xfrm>
            <a:off x="235436" y="5078545"/>
            <a:ext cx="2902212" cy="2062650"/>
          </a:xfrm>
          <a:prstGeom prst="wav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CUSTOMERS REVIEW</a:t>
            </a:r>
          </a:p>
        </p:txBody>
      </p:sp>
    </p:spTree>
    <p:extLst>
      <p:ext uri="{BB962C8B-B14F-4D97-AF65-F5344CB8AC3E}">
        <p14:creationId xmlns:p14="http://schemas.microsoft.com/office/powerpoint/2010/main" val="3963202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BB32B8-E506-3C5D-28BF-29B8F45DE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6F40DF-4C6F-94C1-495A-7EE114B56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330A0-8512-1FB9-1F78-B20F7E8D6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B2250929-5DA7-3601-0736-2D5580894A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D5DDC2D0-0438-8FC1-E2BF-899EA659D5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B0A980-0967-834F-36C8-EFB415C0F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431"/>
            <a:ext cx="5438775" cy="43338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AE47D0C-895C-7212-019B-823D2A082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625" y="2524125"/>
            <a:ext cx="528637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968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E7496-E060-EA7E-A97D-9244B6EBA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D8287A-BB4F-878F-FC80-70B47C885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540B74-5D6F-98A4-7DB4-BE514F358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84AC748-93B6-D6DF-14F4-586279C24D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9743712"/>
              </p:ext>
            </p:extLst>
          </p:nvPr>
        </p:nvGraphicFramePr>
        <p:xfrm>
          <a:off x="0" y="1"/>
          <a:ext cx="13092448" cy="69237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73973">
                  <a:extLst>
                    <a:ext uri="{9D8B030D-6E8A-4147-A177-3AD203B41FA5}">
                      <a16:colId xmlns:a16="http://schemas.microsoft.com/office/drawing/2014/main" val="742385719"/>
                    </a:ext>
                  </a:extLst>
                </a:gridCol>
                <a:gridCol w="2656935">
                  <a:extLst>
                    <a:ext uri="{9D8B030D-6E8A-4147-A177-3AD203B41FA5}">
                      <a16:colId xmlns:a16="http://schemas.microsoft.com/office/drawing/2014/main" val="1376591470"/>
                    </a:ext>
                  </a:extLst>
                </a:gridCol>
                <a:gridCol w="2235557">
                  <a:extLst>
                    <a:ext uri="{9D8B030D-6E8A-4147-A177-3AD203B41FA5}">
                      <a16:colId xmlns:a16="http://schemas.microsoft.com/office/drawing/2014/main" val="3559677913"/>
                    </a:ext>
                  </a:extLst>
                </a:gridCol>
                <a:gridCol w="2474466">
                  <a:extLst>
                    <a:ext uri="{9D8B030D-6E8A-4147-A177-3AD203B41FA5}">
                      <a16:colId xmlns:a16="http://schemas.microsoft.com/office/drawing/2014/main" val="2572165456"/>
                    </a:ext>
                  </a:extLst>
                </a:gridCol>
                <a:gridCol w="3151517">
                  <a:extLst>
                    <a:ext uri="{9D8B030D-6E8A-4147-A177-3AD203B41FA5}">
                      <a16:colId xmlns:a16="http://schemas.microsoft.com/office/drawing/2014/main" val="2539802073"/>
                    </a:ext>
                  </a:extLst>
                </a:gridCol>
              </a:tblGrid>
              <a:tr h="10239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 b="1" i="1" kern="0" dirty="0">
                          <a:effectLst/>
                        </a:rPr>
                        <a:t>Factor</a:t>
                      </a:r>
                      <a:endParaRPr lang="en-IN" sz="2800" b="1" i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b="0" i="1" kern="0" dirty="0" err="1">
                          <a:effectLst/>
                        </a:rPr>
                        <a:t>Zepto</a:t>
                      </a:r>
                      <a:endParaRPr lang="en-IN" sz="3200" b="0" i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b="0" i="1" kern="0" dirty="0" err="1">
                          <a:effectLst/>
                        </a:rPr>
                        <a:t>Blinkit</a:t>
                      </a:r>
                      <a:endParaRPr lang="en-IN" sz="3200" b="0" i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b="0" i="1" kern="0" dirty="0">
                          <a:effectLst/>
                        </a:rPr>
                        <a:t>Swiggy </a:t>
                      </a:r>
                      <a:r>
                        <a:rPr lang="en-IN" sz="3200" b="0" i="1" kern="0" dirty="0" err="1">
                          <a:effectLst/>
                        </a:rPr>
                        <a:t>Instamart</a:t>
                      </a:r>
                      <a:endParaRPr lang="en-IN" sz="3200" b="0" i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b="0" i="1" kern="0" dirty="0" err="1">
                          <a:effectLst/>
                        </a:rPr>
                        <a:t>BigBasket</a:t>
                      </a:r>
                      <a:endParaRPr lang="en-IN" sz="3200" b="0" i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3767"/>
                  </a:ext>
                </a:extLst>
              </a:tr>
              <a:tr h="97062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b="1" i="1" kern="0" baseline="0" dirty="0">
                          <a:solidFill>
                            <a:schemeClr val="tx1"/>
                          </a:solidFill>
                          <a:effectLst/>
                        </a:rPr>
                        <a:t>Delivery Speed</a:t>
                      </a:r>
                      <a:endParaRPr lang="en-IN" sz="2400" b="1" i="1" kern="100" baseline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000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i="1" kern="0" dirty="0">
                          <a:effectLst/>
                        </a:rPr>
                        <a:t>Around 8–10 minutes </a:t>
                      </a:r>
                      <a:endParaRPr lang="en-IN" sz="1600" b="1" i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i="1" kern="0" dirty="0">
                          <a:effectLst/>
                        </a:rPr>
                        <a:t>About 8–10   minutes </a:t>
                      </a:r>
                      <a:endParaRPr lang="en-IN" sz="1600" b="1" i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i="1" kern="0" dirty="0">
                          <a:effectLst/>
                        </a:rPr>
                        <a:t>Around 15–30 minutes </a:t>
                      </a:r>
                      <a:endParaRPr lang="en-IN" sz="1600" b="1" i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i="1" kern="0" dirty="0">
                          <a:effectLst/>
                        </a:rPr>
                        <a:t>Around 10–20 minutes </a:t>
                      </a:r>
                      <a:endParaRPr lang="en-IN" sz="1600" b="1" i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27440878"/>
                  </a:ext>
                </a:extLst>
              </a:tr>
              <a:tr h="126987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b="1" i="1" kern="0" baseline="0" dirty="0">
                          <a:solidFill>
                            <a:schemeClr val="tx1"/>
                          </a:solidFill>
                          <a:effectLst/>
                        </a:rPr>
                        <a:t>Product Variety</a:t>
                      </a:r>
                      <a:endParaRPr lang="en-IN" sz="2400" b="1" i="1" kern="100" baseline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i="1" kern="0" baseline="0" dirty="0">
                          <a:effectLst/>
                        </a:rPr>
                        <a:t>About 2000+ daily-use items in micro-warehouses.</a:t>
                      </a:r>
                      <a:endParaRPr lang="en-IN" sz="1600" b="1" i="1" kern="100" baseline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i="1" kern="0" baseline="0" dirty="0">
                          <a:effectLst/>
                        </a:rPr>
                        <a:t>About 2000+ daily-use items in micro-warehouses.</a:t>
                      </a:r>
                      <a:endParaRPr lang="en-IN" sz="1600" b="1" i="1" kern="100" baseline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i="1" kern="0" baseline="0" dirty="0">
                          <a:effectLst/>
                        </a:rPr>
                        <a:t>About 2000+ daily-use items in micro-warehouses.</a:t>
                      </a:r>
                      <a:endParaRPr lang="en-IN" sz="1600" b="1" i="1" kern="100" baseline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i="1" kern="0" baseline="0" dirty="0">
                          <a:effectLst/>
                        </a:rPr>
                        <a:t>About 2000+ daily-use items in micro-warehouses.</a:t>
                      </a:r>
                      <a:endParaRPr lang="en-IN" sz="1600" b="1" i="1" kern="100" baseline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591998064"/>
                  </a:ext>
                </a:extLst>
              </a:tr>
              <a:tr h="126987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b="1" i="1" kern="0" baseline="0" dirty="0">
                          <a:solidFill>
                            <a:schemeClr val="tx1"/>
                          </a:solidFill>
                          <a:effectLst/>
                        </a:rPr>
                        <a:t>Pricing</a:t>
                      </a:r>
                      <a:endParaRPr lang="en-IN" sz="2400" b="1" i="1" kern="100" baseline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4000" marR="68580" marT="7200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i="1" kern="0" dirty="0">
                          <a:effectLst/>
                        </a:rPr>
                        <a:t>About 2000+ daily-use items in micro-warehouses.</a:t>
                      </a:r>
                      <a:endParaRPr lang="en-IN" sz="1600" b="1" i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i="1" kern="0">
                          <a:effectLst/>
                        </a:rPr>
                        <a:t>About 2000+ daily-use items in micro-warehouses.</a:t>
                      </a:r>
                      <a:endParaRPr lang="en-IN" sz="1600" b="1" i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i="1" kern="0">
                          <a:effectLst/>
                        </a:rPr>
                        <a:t>About 2000+ daily-use items in micro-warehouses.</a:t>
                      </a:r>
                      <a:endParaRPr lang="en-IN" sz="1600" b="1" i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i="1" kern="0" dirty="0">
                          <a:effectLst/>
                        </a:rPr>
                        <a:t>About 2000+ daily-use items in micro-warehouses.</a:t>
                      </a:r>
                      <a:endParaRPr lang="en-IN" sz="1600" b="1" i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590889318"/>
                  </a:ext>
                </a:extLst>
              </a:tr>
              <a:tr h="10537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b="1" i="1" kern="0" baseline="0" dirty="0">
                          <a:solidFill>
                            <a:schemeClr val="tx1"/>
                          </a:solidFill>
                          <a:effectLst/>
                        </a:rPr>
                        <a:t>App Experience</a:t>
                      </a:r>
                      <a:endParaRPr lang="en-IN" sz="2400" b="1" i="1" kern="100" baseline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10800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i="1" kern="0" dirty="0">
                          <a:effectLst/>
                        </a:rPr>
                        <a:t>About 2000+ daily-use items in micro-warehouses.</a:t>
                      </a:r>
                      <a:endParaRPr lang="en-IN" sz="1600" b="1" i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i="1" kern="0" dirty="0">
                          <a:effectLst/>
                        </a:rPr>
                        <a:t>About 2000+ daily-use items in micro-warehouses.</a:t>
                      </a:r>
                      <a:endParaRPr lang="en-IN" sz="1600" b="1" i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i="1" kern="0" dirty="0">
                          <a:effectLst/>
                        </a:rPr>
                        <a:t>About 2000+ daily-use items in micro-warehouses.</a:t>
                      </a:r>
                      <a:endParaRPr lang="en-IN" sz="1600" b="1" i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i="1" kern="0" dirty="0">
                          <a:effectLst/>
                        </a:rPr>
                        <a:t>About 2000+ daily-use items in micro-warehouses.</a:t>
                      </a:r>
                      <a:endParaRPr lang="en-IN" sz="1600" b="1" i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306983423"/>
                  </a:ext>
                </a:extLst>
              </a:tr>
              <a:tr h="12698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b="1" i="1" kern="0" baseline="0" dirty="0">
                          <a:solidFill>
                            <a:schemeClr val="tx1"/>
                          </a:solidFill>
                          <a:effectLst/>
                        </a:rPr>
                        <a:t>Customer Satisfaction</a:t>
                      </a:r>
                      <a:endParaRPr lang="en-IN" sz="2400" b="1" i="1" kern="100" baseline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i="1" kern="0">
                          <a:effectLst/>
                        </a:rPr>
                        <a:t>About 2000+ daily-use items in micro-warehouses.</a:t>
                      </a:r>
                      <a:endParaRPr lang="en-IN" sz="1600" b="1" i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i="1" kern="0">
                          <a:effectLst/>
                        </a:rPr>
                        <a:t>About 2000+ daily-use items in micro-warehouses.</a:t>
                      </a:r>
                      <a:endParaRPr lang="en-IN" sz="1600" b="1" i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i="1" kern="0">
                          <a:effectLst/>
                        </a:rPr>
                        <a:t>About 2000+ daily-use items in micro-warehouses.</a:t>
                      </a:r>
                      <a:endParaRPr lang="en-IN" sz="1600" b="1" i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i="1" kern="0" dirty="0">
                          <a:effectLst/>
                        </a:rPr>
                        <a:t>About 2000+ daily-use items in micro-warehouses.</a:t>
                      </a:r>
                      <a:endParaRPr lang="en-IN" sz="1600" b="1" i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9635314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6459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CBA3F3-99A2-E927-6853-F93306EA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3/9/2026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DD4B9D-046E-3A0E-6247-C5A171AAA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534F6-76A2-62CB-1868-2D7F509E7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BF04A8E-8939-76A7-E40D-8EB416B479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758703"/>
              </p:ext>
            </p:extLst>
          </p:nvPr>
        </p:nvGraphicFramePr>
        <p:xfrm>
          <a:off x="0" y="0"/>
          <a:ext cx="12192000" cy="685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536676147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764451227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87143206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911237218"/>
                    </a:ext>
                  </a:extLst>
                </a:gridCol>
              </a:tblGrid>
              <a:tr h="16737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4000" b="1" i="1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Strengths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4000" b="1" i="1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Weaknesses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4000" b="1" i="1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Opportunities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4000" b="1" i="1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Threats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10861908"/>
                  </a:ext>
                </a:extLst>
              </a:tr>
              <a:tr h="17280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1" i="1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• </a:t>
                      </a:r>
                      <a:r>
                        <a:rPr lang="en-US" sz="2400" b="1" i="1" u="none" strike="noStrike" baseline="0" dirty="0">
                          <a:solidFill>
                            <a:srgbClr val="7030A0"/>
                          </a:solidFill>
                          <a:effectLst/>
                          <a:latin typeface="Aptos Narrow" panose="020B0004020202020204" pitchFamily="34" charset="0"/>
                        </a:rPr>
                        <a:t>Very fast 10-minute delivery 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1" i="1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• </a:t>
                      </a:r>
                      <a:r>
                        <a:rPr lang="en-IN" sz="2400" b="1" i="1" u="none" strike="noStrike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High operational costs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1" i="1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• Expand to more cities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1" i="1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• Competition from Blinkit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98128960"/>
                  </a:ext>
                </a:extLst>
              </a:tr>
              <a:tr h="17280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1" i="1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• Easy-to-use mobile app 📱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1" i="1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• Limited service areas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1" i="1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• Add more product categories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1" i="1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• Competition from Swiggy </a:t>
                      </a:r>
                      <a:r>
                        <a:rPr lang="en-IN" sz="2400" b="1" i="1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Instamart</a:t>
                      </a:r>
                      <a:endParaRPr lang="en-IN" sz="2400" b="1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04077179"/>
                  </a:ext>
                </a:extLst>
              </a:tr>
              <a:tr h="17280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1" i="1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• Strong technology and logistics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1" i="1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• Low profit margins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1" i="1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• Competition from BigBasket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1" i="1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• Growing demand for quick delivery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895645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2133159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_win32_Liz_v4" id="{15E0A01B-C0A0-4E33-97EB-A34D3C451DCF}" vid="{FB8E1E66-9252-4554-A1C4-ACC82554D81C}"/>
    </a:ext>
  </a:extLst>
</a:theme>
</file>

<file path=ppt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ImageTagsTaxHTField xmlns="71af3243-3dd4-4a8d-8c0d-dd76da1f02a5">
      <Terms xmlns="http://schemas.microsoft.com/office/infopath/2007/PartnerControls"/>
    </ImageTagsTaxHTField>
    <MediaServiceKeyPoints xmlns="71af3243-3dd4-4a8d-8c0d-dd76da1f02a5" xsi:nil="true"/>
    <SharedWithUsers xmlns="16c05727-aa75-4e4a-9b5f-8a80a1165891">
      <UserInfo>
        <DisplayName/>
        <AccountId xsi:nil="true"/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B53938E-C8DA-4DDE-A937-0EA87B476A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60BF7B2-4A2B-4CA7-8150-68B962AD6E62}">
  <ds:schemaRefs>
    <ds:schemaRef ds:uri="http://schemas.microsoft.com/sharepoint/v3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schemas.microsoft.com/office/infopath/2007/PartnerControls"/>
    <ds:schemaRef ds:uri="http://purl.org/dc/dcmitype/"/>
    <ds:schemaRef ds:uri="230e9df3-be65-4c73-a93b-d1236ebd677e"/>
    <ds:schemaRef ds:uri="16c05727-aa75-4e4a-9b5f-8a80a1165891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C27E2546-C5EB-442C-BCA8-1B0D17D6142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815</TotalTime>
  <Words>652</Words>
  <Application>Microsoft Office PowerPoint</Application>
  <PresentationFormat>Widescreen</PresentationFormat>
  <Paragraphs>165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Aptos</vt:lpstr>
      <vt:lpstr>Aptos Narrow</vt:lpstr>
      <vt:lpstr>Arial</vt:lpstr>
      <vt:lpstr>Bookman Old Style</vt:lpstr>
      <vt:lpstr>Neue Haas Grotesk Text Pro</vt:lpstr>
      <vt:lpstr>Trebuchet MS</vt:lpstr>
      <vt:lpstr>Walbaum Display</vt:lpstr>
      <vt:lpstr>Wingdings</vt:lpstr>
      <vt:lpstr>Wingdings 3</vt:lpstr>
      <vt:lpstr>Film burn</vt:lpstr>
      <vt:lpstr>Facet</vt:lpstr>
      <vt:lpstr>       ZEPTO Analysis </vt:lpstr>
      <vt:lpstr>Introduction  of  ZEPTO</vt:lpstr>
      <vt:lpstr>Business Model Analysis</vt:lpstr>
      <vt:lpstr>PowerPoint Presentation</vt:lpstr>
      <vt:lpstr>Key Differentiators</vt:lpstr>
      <vt:lpstr>Market Gap &amp; Customer  Need Analysis</vt:lpstr>
      <vt:lpstr>Technology &amp; Innovation Study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Geetha p</cp:lastModifiedBy>
  <cp:revision>144</cp:revision>
  <dcterms:created xsi:type="dcterms:W3CDTF">2026-03-02T15:43:00Z</dcterms:created>
  <dcterms:modified xsi:type="dcterms:W3CDTF">2026-03-08T19:05:29Z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Order">
    <vt:r8>2365000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</Properties>
</file>